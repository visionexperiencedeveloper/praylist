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3604c8a17349d4" /><Relationship Type="http://schemas.openxmlformats.org/officeDocument/2006/relationships/extended-properties" Target="/docProps/app.xml" Id="R0ff08fcb7ff4466d" /><Relationship Type="http://schemas.openxmlformats.org/officeDocument/2006/relationships/officeDocument" Target="/ppt/presentation.xml" Id="Rf1cdc627302843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c8771bc6474da0"/>
  </p:sldMasterIdLst>
  <p:notesMasterIdLst>
    <p:notesMasterId xmlns:r="http://schemas.openxmlformats.org/officeDocument/2006/relationships" r:id="R8c10e6fa32874cc2"/>
  </p:notesMasterIdLst>
  <p:sldIdLst>
    <p:sldId xmlns:r="http://schemas.openxmlformats.org/officeDocument/2006/relationships" id="256" r:id="Rd2c1472c78c84d82"/>
    <p:sldId xmlns:r="http://schemas.openxmlformats.org/officeDocument/2006/relationships" id="257" r:id="R79318b406db5473d"/>
    <p:sldId xmlns:r="http://schemas.openxmlformats.org/officeDocument/2006/relationships" id="258" r:id="R51f785e9ef2748e0"/>
    <p:sldId xmlns:r="http://schemas.openxmlformats.org/officeDocument/2006/relationships" id="259" r:id="Ra410b49615664720"/>
    <p:sldId xmlns:r="http://schemas.openxmlformats.org/officeDocument/2006/relationships" id="260" r:id="R6e27965946824317"/>
    <p:sldId xmlns:r="http://schemas.openxmlformats.org/officeDocument/2006/relationships" id="261" r:id="Raadbde4fe76342be"/>
    <p:sldId xmlns:r="http://schemas.openxmlformats.org/officeDocument/2006/relationships" id="262" r:id="Reef2f09754164da4"/>
    <p:sldId xmlns:r="http://schemas.openxmlformats.org/officeDocument/2006/relationships" id="263" r:id="R08fcc9eeda784684"/>
    <p:sldId xmlns:r="http://schemas.openxmlformats.org/officeDocument/2006/relationships" id="264" r:id="Rfb1d67f59d9d43ee"/>
    <p:sldId xmlns:r="http://schemas.openxmlformats.org/officeDocument/2006/relationships" id="265" r:id="Raae994b0fedb4e4f"/>
    <p:sldId xmlns:r="http://schemas.openxmlformats.org/officeDocument/2006/relationships" id="266" r:id="Rbe1f9f95f7474183"/>
    <p:sldId xmlns:r="http://schemas.openxmlformats.org/officeDocument/2006/relationships" id="267" r:id="Ra1bccb2da12b49e6"/>
    <p:sldId xmlns:r="http://schemas.openxmlformats.org/officeDocument/2006/relationships" id="268" r:id="R3fbccecab7ac49e9"/>
    <p:sldId xmlns:r="http://schemas.openxmlformats.org/officeDocument/2006/relationships" id="269" r:id="R1c6a99b41b5e4de2"/>
    <p:sldId xmlns:r="http://schemas.openxmlformats.org/officeDocument/2006/relationships" id="270" r:id="Rbbbf2283127a4487"/>
    <p:sldId xmlns:r="http://schemas.openxmlformats.org/officeDocument/2006/relationships" id="271" r:id="R94bdafb83fe84a3a"/>
    <p:sldId xmlns:r="http://schemas.openxmlformats.org/officeDocument/2006/relationships" id="272" r:id="Rbbf96fbb495a424b"/>
    <p:sldId xmlns:r="http://schemas.openxmlformats.org/officeDocument/2006/relationships" id="273" r:id="R07f26f48e273482e"/>
    <p:sldId xmlns:r="http://schemas.openxmlformats.org/officeDocument/2006/relationships" id="274" r:id="Rc4187b545a0a44d8"/>
    <p:sldId xmlns:r="http://schemas.openxmlformats.org/officeDocument/2006/relationships" id="275" r:id="Re2e666c34dce44e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f1095284214a49" /><Relationship Type="http://schemas.openxmlformats.org/officeDocument/2006/relationships/slideMaster" Target="/ppt/slideMasters/slideMaster1.xml" Id="R82c8771bc6474da0" /><Relationship Type="http://schemas.openxmlformats.org/officeDocument/2006/relationships/notesMaster" Target="/ppt/notesMasters/notesMaster1.xml" Id="R8c10e6fa32874cc2" /><Relationship Type="http://schemas.openxmlformats.org/officeDocument/2006/relationships/presProps" Target="/ppt/presProps.xml" Id="Rd9be11000c27465e" /><Relationship Type="http://schemas.openxmlformats.org/officeDocument/2006/relationships/tableStyles" Target="/ppt/tableStyles.xml" Id="R3cbcf435e96047c2" /><Relationship Type="http://schemas.openxmlformats.org/officeDocument/2006/relationships/slide" Target="/ppt/slides/slide1.xml" Id="Rd2c1472c78c84d82" /><Relationship Type="http://schemas.openxmlformats.org/officeDocument/2006/relationships/slide" Target="/ppt/slides/slide2.xml" Id="R79318b406db5473d" /><Relationship Type="http://schemas.openxmlformats.org/officeDocument/2006/relationships/slide" Target="/ppt/slides/slide3.xml" Id="R51f785e9ef2748e0" /><Relationship Type="http://schemas.openxmlformats.org/officeDocument/2006/relationships/slide" Target="/ppt/slides/slide4.xml" Id="Ra410b49615664720" /><Relationship Type="http://schemas.openxmlformats.org/officeDocument/2006/relationships/slide" Target="/ppt/slides/slide5.xml" Id="R6e27965946824317" /><Relationship Type="http://schemas.openxmlformats.org/officeDocument/2006/relationships/slide" Target="/ppt/slides/slide6.xml" Id="Raadbde4fe76342be" /><Relationship Type="http://schemas.openxmlformats.org/officeDocument/2006/relationships/slide" Target="/ppt/slides/slide7.xml" Id="Reef2f09754164da4" /><Relationship Type="http://schemas.openxmlformats.org/officeDocument/2006/relationships/slide" Target="/ppt/slides/slide8.xml" Id="R08fcc9eeda784684" /><Relationship Type="http://schemas.openxmlformats.org/officeDocument/2006/relationships/slide" Target="/ppt/slides/slide9.xml" Id="Rfb1d67f59d9d43ee" /><Relationship Type="http://schemas.openxmlformats.org/officeDocument/2006/relationships/slide" Target="/ppt/slides/slide10.xml" Id="Raae994b0fedb4e4f" /><Relationship Type="http://schemas.openxmlformats.org/officeDocument/2006/relationships/slide" Target="/ppt/slides/slide11.xml" Id="Rbe1f9f95f7474183" /><Relationship Type="http://schemas.openxmlformats.org/officeDocument/2006/relationships/slide" Target="/ppt/slides/slide12.xml" Id="Ra1bccb2da12b49e6" /><Relationship Type="http://schemas.openxmlformats.org/officeDocument/2006/relationships/slide" Target="/ppt/slides/slide13.xml" Id="R3fbccecab7ac49e9" /><Relationship Type="http://schemas.openxmlformats.org/officeDocument/2006/relationships/slide" Target="/ppt/slides/slide14.xml" Id="R1c6a99b41b5e4de2" /><Relationship Type="http://schemas.openxmlformats.org/officeDocument/2006/relationships/slide" Target="/ppt/slides/slide15.xml" Id="Rbbbf2283127a4487" /><Relationship Type="http://schemas.openxmlformats.org/officeDocument/2006/relationships/slide" Target="/ppt/slides/slide16.xml" Id="R94bdafb83fe84a3a" /><Relationship Type="http://schemas.openxmlformats.org/officeDocument/2006/relationships/slide" Target="/ppt/slides/slide17.xml" Id="Rbbf96fbb495a424b" /><Relationship Type="http://schemas.openxmlformats.org/officeDocument/2006/relationships/slide" Target="/ppt/slides/slide18.xml" Id="R07f26f48e273482e" /><Relationship Type="http://schemas.openxmlformats.org/officeDocument/2006/relationships/slide" Target="/ppt/slides/slide19.xml" Id="Rc4187b545a0a44d8" /><Relationship Type="http://schemas.openxmlformats.org/officeDocument/2006/relationships/slide" Target="/ppt/slides/slide20.xml" Id="Re2e666c34dce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30f8e560e942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85c3bccc24ee3" /><Relationship Type="http://schemas.openxmlformats.org/officeDocument/2006/relationships/notesMaster" Target="/ppt/notesMasters/notesMaster1.xml" Id="Rf3b95617a97143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2a05193374f92" /><Relationship Type="http://schemas.openxmlformats.org/officeDocument/2006/relationships/notesMaster" Target="/ppt/notesMasters/notesMaster1.xml" Id="Ra123d802a42941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333fd0565c4b97" /><Relationship Type="http://schemas.openxmlformats.org/officeDocument/2006/relationships/notesMaster" Target="/ppt/notesMasters/notesMaster1.xml" Id="R35838ac47cd7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82bb1225e4b89" /><Relationship Type="http://schemas.openxmlformats.org/officeDocument/2006/relationships/notesMaster" Target="/ppt/notesMasters/notesMaster1.xml" Id="R29e3f58ab4da49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514efaee144ae" /><Relationship Type="http://schemas.openxmlformats.org/officeDocument/2006/relationships/notesMaster" Target="/ppt/notesMasters/notesMaster1.xml" Id="R0303ad99b9eb43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7e5159b9b84e6b" /><Relationship Type="http://schemas.openxmlformats.org/officeDocument/2006/relationships/notesMaster" Target="/ppt/notesMasters/notesMaster1.xml" Id="Rafa39499a9164c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573bd840d64ede" /><Relationship Type="http://schemas.openxmlformats.org/officeDocument/2006/relationships/notesMaster" Target="/ppt/notesMasters/notesMaster1.xml" Id="Re8ed6a3be0594d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5338eed1ae415b" /><Relationship Type="http://schemas.openxmlformats.org/officeDocument/2006/relationships/notesMaster" Target="/ppt/notesMasters/notesMaster1.xml" Id="R1cf7808e0d9249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eff2c11226449b" /><Relationship Type="http://schemas.openxmlformats.org/officeDocument/2006/relationships/notesMaster" Target="/ppt/notesMasters/notesMaster1.xml" Id="R1070b9d011ed4e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408d3fd3394bb5" /><Relationship Type="http://schemas.openxmlformats.org/officeDocument/2006/relationships/notesMaster" Target="/ppt/notesMasters/notesMaster1.xml" Id="R165ffe9bf0a542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b955dc02af41ef" /><Relationship Type="http://schemas.openxmlformats.org/officeDocument/2006/relationships/notesMaster" Target="/ppt/notesMasters/notesMaster1.xml" Id="Raa6d97b82aab4e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e815e0bece4887" /><Relationship Type="http://schemas.openxmlformats.org/officeDocument/2006/relationships/notesMaster" Target="/ppt/notesMasters/notesMaster1.xml" Id="R6dede7bbc0ec44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96a087739a47d9" /><Relationship Type="http://schemas.openxmlformats.org/officeDocument/2006/relationships/notesMaster" Target="/ppt/notesMasters/notesMaster1.xml" Id="Rfd72cbdc826d46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61be728a754784" /><Relationship Type="http://schemas.openxmlformats.org/officeDocument/2006/relationships/notesMaster" Target="/ppt/notesMasters/notesMaster1.xml" Id="R471d0f8b052d40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809dc7de8a47f7" /><Relationship Type="http://schemas.openxmlformats.org/officeDocument/2006/relationships/notesMaster" Target="/ppt/notesMasters/notesMaster1.xml" Id="Rf44b6732fcc74a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00045f5ef644b3" /><Relationship Type="http://schemas.openxmlformats.org/officeDocument/2006/relationships/notesMaster" Target="/ppt/notesMasters/notesMaster1.xml" Id="R9a79c7161db64b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09e6a93e6e42d6" /><Relationship Type="http://schemas.openxmlformats.org/officeDocument/2006/relationships/notesMaster" Target="/ppt/notesMasters/notesMaster1.xml" Id="Rb0f6f126a4f64c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fc53336ae14dd5" /><Relationship Type="http://schemas.openxmlformats.org/officeDocument/2006/relationships/notesMaster" Target="/ppt/notesMasters/notesMaster1.xml" Id="Rf1e8ef4ea6ec45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0233ffb8924a24" /><Relationship Type="http://schemas.openxmlformats.org/officeDocument/2006/relationships/notesMaster" Target="/ppt/notesMasters/notesMaster1.xml" Id="R05bdf62a245f4a8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276813d4a1420e" /><Relationship Type="http://schemas.openxmlformats.org/officeDocument/2006/relationships/notesMaster" Target="/ppt/notesMasters/notesMaster1.xml" Id="R81fba83f7e2448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편집 가능한 슬라이드입니다. 텍스트, 라벨, 카드와 강조 도형은 모두 PowerPoint에서 수정할 수 있습니다. 이미지 요소는 선택 후 그림 변경으로 교체할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템플릿 슬라이드입니다. 텍스트 요소는 직접 수정할 수 있습니다. 이미지 요소를 선택한 뒤 그림 변경으로 교체하세요.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82517694c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478dddbaf4631" /><Relationship Type="http://schemas.openxmlformats.org/officeDocument/2006/relationships/slideLayout" Target="/ppt/slideLayouts/slideLayout1.xml" Id="Rda5659931b7241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659931b7241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81658dd4a4179" /><Relationship Type="http://schemas.openxmlformats.org/officeDocument/2006/relationships/image" Target="/ppt/media/image.jpeg" Id="R948a2c4c94014b2c" /><Relationship Type="http://schemas.openxmlformats.org/officeDocument/2006/relationships/notesSlide" Target="/ppt/notesSlides/notesSlide1.xml" Id="Rbbd760726589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ecd42acf6442f" /><Relationship Type="http://schemas.openxmlformats.org/officeDocument/2006/relationships/notesSlide" Target="/ppt/notesSlides/notesSlide2.xml" Id="Rafaeb2dd551c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9f882a9e14410" /><Relationship Type="http://schemas.openxmlformats.org/officeDocument/2006/relationships/image" Target="/ppt/media/image2.jpeg" Id="Rc49b0418434f4156" /><Relationship Type="http://schemas.openxmlformats.org/officeDocument/2006/relationships/notesSlide" Target="/ppt/notesSlides/notesSlide3.xml" Id="R6739491329c9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45c473d224324" /><Relationship Type="http://schemas.openxmlformats.org/officeDocument/2006/relationships/image" Target="/ppt/media/image3.jpeg" Id="Rc0fdb0ecc3304bb0" /><Relationship Type="http://schemas.openxmlformats.org/officeDocument/2006/relationships/notesSlide" Target="/ppt/notesSlides/notesSlide4.xml" Id="R470f31c6c6464f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6afd629b14e58" /><Relationship Type="http://schemas.openxmlformats.org/officeDocument/2006/relationships/image" Target="/ppt/media/image4.jpeg" Id="Rd37539cdcb7f4c97" /><Relationship Type="http://schemas.openxmlformats.org/officeDocument/2006/relationships/image" Target="/ppt/media/image5.jpeg" Id="R60e64086dc4d4aa0" /><Relationship Type="http://schemas.openxmlformats.org/officeDocument/2006/relationships/notesSlide" Target="/ppt/notesSlides/notesSlide5.xml" Id="R23d3cc4bafa1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c3af1d57e445d" /><Relationship Type="http://schemas.openxmlformats.org/officeDocument/2006/relationships/image" Target="/ppt/media/image6.jpeg" Id="Raebd08bcc87f4aa1" /><Relationship Type="http://schemas.openxmlformats.org/officeDocument/2006/relationships/image" Target="/ppt/media/image7.jpeg" Id="R5c4a80a2c10f4377" /><Relationship Type="http://schemas.openxmlformats.org/officeDocument/2006/relationships/image" Target="/ppt/media/image8.jpeg" Id="Rcf668fc5a29b449c" /><Relationship Type="http://schemas.openxmlformats.org/officeDocument/2006/relationships/notesSlide" Target="/ppt/notesSlides/notesSlide6.xml" Id="R91516752d1ec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d86989f664a44" /><Relationship Type="http://schemas.openxmlformats.org/officeDocument/2006/relationships/image" Target="/ppt/media/image9.jpeg" Id="R46c7478878564a77" /><Relationship Type="http://schemas.openxmlformats.org/officeDocument/2006/relationships/notesSlide" Target="/ppt/notesSlides/notesSlide7.xml" Id="R65991e2d029748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2278a15be4726" /><Relationship Type="http://schemas.openxmlformats.org/officeDocument/2006/relationships/image" Target="/ppt/media/image10.jpeg" Id="R921959f1c1594b53" /><Relationship Type="http://schemas.openxmlformats.org/officeDocument/2006/relationships/notesSlide" Target="/ppt/notesSlides/notesSlide8.xml" Id="Rbf30adc446304e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5b0e6a0464574" /><Relationship Type="http://schemas.openxmlformats.org/officeDocument/2006/relationships/notesSlide" Target="/ppt/notesSlides/notesSlide9.xml" Id="Ra1945c2c1e714a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8393ecee847bf" /><Relationship Type="http://schemas.openxmlformats.org/officeDocument/2006/relationships/image" Target="/ppt/media/image.png" Id="Raac43df14a504dd6" /><Relationship Type="http://schemas.openxmlformats.org/officeDocument/2006/relationships/notesSlide" Target="/ppt/notesSlides/notesSlide10.xml" Id="R3afa8722078b4d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1d6a9179c4529" /><Relationship Type="http://schemas.openxmlformats.org/officeDocument/2006/relationships/image" Target="/ppt/media/image11.jpeg" Id="Rac4137e9b0854877" /><Relationship Type="http://schemas.openxmlformats.org/officeDocument/2006/relationships/notesSlide" Target="/ppt/notesSlides/notesSlide11.xml" Id="Rcf616d991a3140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d72e340dd4063" /><Relationship Type="http://schemas.openxmlformats.org/officeDocument/2006/relationships/notesSlide" Target="/ppt/notesSlides/notesSlide12.xml" Id="R3ae5460d8e644b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51369fee74d77" /><Relationship Type="http://schemas.openxmlformats.org/officeDocument/2006/relationships/image" Target="/ppt/media/image12.jpeg" Id="R228b43d3a4e0436e" /><Relationship Type="http://schemas.openxmlformats.org/officeDocument/2006/relationships/notesSlide" Target="/ppt/notesSlides/notesSlide13.xml" Id="R00361ac11ac045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92b96d3c54413" /><Relationship Type="http://schemas.openxmlformats.org/officeDocument/2006/relationships/image" Target="/ppt/media/image13.jpeg" Id="Rc62305e19f804c7a" /><Relationship Type="http://schemas.openxmlformats.org/officeDocument/2006/relationships/notesSlide" Target="/ppt/notesSlides/notesSlide14.xml" Id="Rb6a80dbb21af4c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0058f9e2a433a" /><Relationship Type="http://schemas.openxmlformats.org/officeDocument/2006/relationships/image" Target="/ppt/media/image14.jpeg" Id="R848a8687547d40f2" /><Relationship Type="http://schemas.openxmlformats.org/officeDocument/2006/relationships/image" Target="/ppt/media/image15.jpeg" Id="R60848396b2e44262" /><Relationship Type="http://schemas.openxmlformats.org/officeDocument/2006/relationships/notesSlide" Target="/ppt/notesSlides/notesSlide15.xml" Id="R2154fd0579b340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e6c77adb64616" /><Relationship Type="http://schemas.openxmlformats.org/officeDocument/2006/relationships/image" Target="/ppt/media/image16.jpeg" Id="Re9470bebbc9c4aed" /><Relationship Type="http://schemas.openxmlformats.org/officeDocument/2006/relationships/image" Target="/ppt/media/image17.jpeg" Id="R74de07ad2e494a5d" /><Relationship Type="http://schemas.openxmlformats.org/officeDocument/2006/relationships/image" Target="/ppt/media/image18.jpeg" Id="R0b9e79abeaef473c" /><Relationship Type="http://schemas.openxmlformats.org/officeDocument/2006/relationships/notesSlide" Target="/ppt/notesSlides/notesSlide16.xml" Id="R2d503ccd097b49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64d7e6e8f444b" /><Relationship Type="http://schemas.openxmlformats.org/officeDocument/2006/relationships/image" Target="/ppt/media/image19.jpeg" Id="Rf9c00bfd7cc241e3" /><Relationship Type="http://schemas.openxmlformats.org/officeDocument/2006/relationships/notesSlide" Target="/ppt/notesSlides/notesSlide17.xml" Id="Rf21184fa67c14b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be2a6fdfc4e91" /><Relationship Type="http://schemas.openxmlformats.org/officeDocument/2006/relationships/image" Target="/ppt/media/image20.jpeg" Id="Reb00b2d0d3564ba6" /><Relationship Type="http://schemas.openxmlformats.org/officeDocument/2006/relationships/notesSlide" Target="/ppt/notesSlides/notesSlide18.xml" Id="R34fa0bd93e6a47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ba5f11f884903" /><Relationship Type="http://schemas.openxmlformats.org/officeDocument/2006/relationships/notesSlide" Target="/ppt/notesSlides/notesSlide19.xml" Id="R8570d862b91a4c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dd19e54b46cb" /><Relationship Type="http://schemas.openxmlformats.org/officeDocument/2006/relationships/image" Target="/ppt/media/image2.png" Id="R0807529afa724f18" /><Relationship Type="http://schemas.openxmlformats.org/officeDocument/2006/relationships/notesSlide" Target="/ppt/notesSlides/notesSlide20.xml" Id="R451e7123138c41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">
            <a:extLst xmlns:a="http://schemas.openxmlformats.org/drawingml/2006/main">
              <a:ext uri="{FF2B5EF4-FFF2-40B4-BE49-F238E27FC236}">
                <a16:creationId xmlns:a16="http://schemas.microsoft.com/office/drawing/2014/main" id="{573201A2-A698-496E-883F-99EC7A6B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9D45E05B-A630-4075-98F8-9ED956A6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01/10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358E147B-6F73-45D1-8C80-88F2BBAA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udit pill-bg">
            <a:extLst xmlns:a="http://schemas.openxmlformats.org/drawingml/2006/main">
              <a:ext uri="{FF2B5EF4-FFF2-40B4-BE49-F238E27FC236}">
                <a16:creationId xmlns:a16="http://schemas.microsoft.com/office/drawing/2014/main" id="{C5B27EDA-A66D-4D50-81E3-2A4E5CF0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0383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udit pill-text">
            <a:extLst xmlns:a="http://schemas.openxmlformats.org/drawingml/2006/main">
              <a:ext uri="{FF2B5EF4-FFF2-40B4-BE49-F238E27FC236}">
                <a16:creationId xmlns:a16="http://schemas.microsoft.com/office/drawing/2014/main" id="{480CB960-D96A-48CC-AC42-EA52E16D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SELF UX AUDIT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87CDAD89-E073-4FAA-A67D-A434D83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476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내 앱 UX,</a:t>
            </a:r>
          </a:p>
          <a:p xmlns:a="http://schemas.openxmlformats.org/drawingml/2006/main">
            <a:pPr algn="l">
              <a:def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내가 직접 깠습니다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EC0A6382-1038-4161-875A-CB7BADE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Praylist의 잘한 것 3개 · 못한 것 3개</a:t>
            </a:r>
          </a:p>
        </p:txBody>
      </p:sp>
      <p:sp>
        <p:nvSpPr>
          <p:cNvPr id="8" name="Hero screenshot-shadow">
            <a:extLst xmlns:a="http://schemas.openxmlformats.org/drawingml/2006/main">
              <a:ext uri="{FF2B5EF4-FFF2-40B4-BE49-F238E27FC236}">
                <a16:creationId xmlns:a16="http://schemas.microsoft.com/office/drawing/2014/main" id="{5F97AA59-F4DC-4598-9949-E03ECCF6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90675"/>
            <a:ext cx="3524250" cy="70866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a2c4c94014b2c"/>
          <a:srcRect xmlns:a="http://schemas.openxmlformats.org/drawingml/2006/main" l="0" t="3751" r="0" b="3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476375"/>
            <a:ext cx="3524250" cy="7086600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10" name="Quote card">
            <a:extLst xmlns:a="http://schemas.openxmlformats.org/drawingml/2006/main">
              <a:ext uri="{FF2B5EF4-FFF2-40B4-BE49-F238E27FC236}">
                <a16:creationId xmlns:a16="http://schemas.microsoft.com/office/drawing/2014/main" id="{42025A6E-5183-4F9B-B668-3783197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5143500" cy="3171825"/>
          </a:xfrm>
          <a:prstGeom xmlns:a="http://schemas.openxmlformats.org/drawingml/2006/main" prst="roundRect">
            <a:avLst>
              <a:gd name="adj" fmla="val 4805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uote">
            <a:extLst xmlns:a="http://schemas.openxmlformats.org/drawingml/2006/main">
              <a:ext uri="{FF2B5EF4-FFF2-40B4-BE49-F238E27FC236}">
                <a16:creationId xmlns:a16="http://schemas.microsoft.com/office/drawing/2014/main" id="{90137FA4-070D-4E20-9E09-F507EDB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20050"/>
            <a:ext cx="438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감성은 정확하다.</a:t>
            </a:r>
          </a:p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길 찾기는 부족하다.</a:t>
            </a:r>
          </a:p>
        </p:txBody>
      </p:sp>
      <p:sp>
        <p:nvSpPr>
          <p:cNvPr id="12" name="Evidence line">
            <a:extLst xmlns:a="http://schemas.openxmlformats.org/drawingml/2006/main">
              <a:ext uri="{FF2B5EF4-FFF2-40B4-BE49-F238E27FC236}">
                <a16:creationId xmlns:a16="http://schemas.microsoft.com/office/drawing/2014/main" id="{7EFCF9C8-4459-4012-ADC9-F021A836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7631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화면과 실제 플로우로만 판정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5E69E74-A41C-4E48-A326-BEE9817C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2103197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">
            <a:extLst xmlns:a="http://schemas.openxmlformats.org/drawingml/2006/main">
              <a:ext uri="{FF2B5EF4-FFF2-40B4-BE49-F238E27FC236}">
                <a16:creationId xmlns:a16="http://schemas.microsoft.com/office/drawing/2014/main" id="{84A8A214-4F3A-44B8-A4D0-16B07133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D6909C0-EAD5-4820-80E4-25E008C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02/10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5762C9DD-A214-4358-AA80-8BF6DBB2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erdict pill-bg">
            <a:extLst xmlns:a="http://schemas.openxmlformats.org/drawingml/2006/main">
              <a:ext uri="{FF2B5EF4-FFF2-40B4-BE49-F238E27FC236}">
                <a16:creationId xmlns:a16="http://schemas.microsoft.com/office/drawing/2014/main" id="{901F2881-14FE-492D-9104-E281807A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dict pill-text">
            <a:extLst xmlns:a="http://schemas.openxmlformats.org/drawingml/2006/main">
              <a:ext uri="{FF2B5EF4-FFF2-40B4-BE49-F238E27FC236}">
                <a16:creationId xmlns:a16="http://schemas.microsoft.com/office/drawing/2014/main" id="{31606414-B897-472B-87DC-DCDC7100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VERDICT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1B776E24-1711-4DC3-B200-7BE5B0B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좋은 노트다.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아직 좋은 시스템은 아니다.</a:t>
            </a:r>
          </a:p>
        </p:txBody>
      </p:sp>
      <p:sp>
        <p:nvSpPr>
          <p:cNvPr id="7" name="Good card">
            <a:extLst xmlns:a="http://schemas.openxmlformats.org/drawingml/2006/main">
              <a:ext uri="{FF2B5EF4-FFF2-40B4-BE49-F238E27FC236}">
                <a16:creationId xmlns:a16="http://schemas.microsoft.com/office/drawing/2014/main" id="{05341277-F9B4-4B16-8736-BC16B861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90678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od label-bg">
            <a:extLst xmlns:a="http://schemas.openxmlformats.org/drawingml/2006/main">
              <a:ext uri="{FF2B5EF4-FFF2-40B4-BE49-F238E27FC236}">
                <a16:creationId xmlns:a16="http://schemas.microsoft.com/office/drawing/2014/main" id="{48F438BB-9AEA-432C-803E-6CB13802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2192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ood label-text">
            <a:extLst xmlns:a="http://schemas.openxmlformats.org/drawingml/2006/main">
              <a:ext uri="{FF2B5EF4-FFF2-40B4-BE49-F238E27FC236}">
                <a16:creationId xmlns:a16="http://schemas.microsoft.com/office/drawing/2014/main" id="{05BB6E04-5A07-4CAA-8091-A6BC63E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GOOD</a:t>
            </a:r>
          </a:p>
        </p:txBody>
      </p:sp>
      <p:sp>
        <p:nvSpPr>
          <p:cNvPr id="10" name="Good headline">
            <a:extLst xmlns:a="http://schemas.openxmlformats.org/drawingml/2006/main">
              <a:ext uri="{FF2B5EF4-FFF2-40B4-BE49-F238E27FC236}">
                <a16:creationId xmlns:a16="http://schemas.microsoft.com/office/drawing/2014/main" id="{2570665E-79CA-49E9-9AAE-E1CE1A46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집중 · 감정 · 기록의 연결</a:t>
            </a:r>
          </a:p>
        </p:txBody>
      </p:sp>
      <p:sp>
        <p:nvSpPr>
          <p:cNvPr id="11" name="Good detail">
            <a:extLst xmlns:a="http://schemas.openxmlformats.org/drawingml/2006/main">
              <a:ext uri="{FF2B5EF4-FFF2-40B4-BE49-F238E27FC236}">
                <a16:creationId xmlns:a16="http://schemas.microsoft.com/office/drawing/2014/main" id="{222BA789-4B1B-4624-8F2E-854B4A9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입력부터 기도, 회고까지 제품의 감정선은 일관된다.</a:t>
            </a:r>
          </a:p>
        </p:txBody>
      </p:sp>
      <p:sp>
        <p:nvSpPr>
          <p:cNvPr id="12" name="Bad card">
            <a:extLst xmlns:a="http://schemas.openxmlformats.org/drawingml/2006/main">
              <a:ext uri="{FF2B5EF4-FFF2-40B4-BE49-F238E27FC236}">
                <a16:creationId xmlns:a16="http://schemas.microsoft.com/office/drawing/2014/main" id="{9E5B61A8-5A03-4AF1-97CE-896D13B8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90678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d label-bg">
            <a:extLst xmlns:a="http://schemas.openxmlformats.org/drawingml/2006/main">
              <a:ext uri="{FF2B5EF4-FFF2-40B4-BE49-F238E27FC236}">
                <a16:creationId xmlns:a16="http://schemas.microsoft.com/office/drawing/2014/main" id="{B83B605F-F1F9-4438-A740-737BFF0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12192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d label-text">
            <a:extLst xmlns:a="http://schemas.openxmlformats.org/drawingml/2006/main">
              <a:ext uri="{FF2B5EF4-FFF2-40B4-BE49-F238E27FC236}">
                <a16:creationId xmlns:a16="http://schemas.microsoft.com/office/drawing/2014/main" id="{3DCE13AD-C96E-4CFB-B881-A7CC067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6755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BAD</a:t>
            </a:r>
          </a:p>
        </p:txBody>
      </p:sp>
      <p:sp>
        <p:nvSpPr>
          <p:cNvPr id="15" name="Bad headline">
            <a:extLst xmlns:a="http://schemas.openxmlformats.org/drawingml/2006/main">
              <a:ext uri="{FF2B5EF4-FFF2-40B4-BE49-F238E27FC236}">
                <a16:creationId xmlns:a16="http://schemas.microsoft.com/office/drawing/2014/main" id="{26D9CC96-ECB2-42D8-9A99-5F39D8F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962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탐색 · 저장 확신 · 언어 일관성</a:t>
            </a:r>
          </a:p>
        </p:txBody>
      </p:sp>
      <p:sp>
        <p:nvSpPr>
          <p:cNvPr id="16" name="Bad detail">
            <a:extLst xmlns:a="http://schemas.openxmlformats.org/drawingml/2006/main">
              <a:ext uri="{FF2B5EF4-FFF2-40B4-BE49-F238E27FC236}">
                <a16:creationId xmlns:a16="http://schemas.microsoft.com/office/drawing/2014/main" id="{EB5F7C32-B801-4278-A090-F9C2AEE7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439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예쁜 화면 뒤에서 사용자는 현재 위치와 결과를 추측한다.</a:t>
            </a:r>
          </a:p>
        </p:txBody>
      </p:sp>
      <p:sp>
        <p:nvSpPr>
          <p:cNvPr id="17" name="Evidence card">
            <a:extLst xmlns:a="http://schemas.openxmlformats.org/drawingml/2006/main">
              <a:ext uri="{FF2B5EF4-FFF2-40B4-BE49-F238E27FC236}">
                <a16:creationId xmlns:a16="http://schemas.microsoft.com/office/drawing/2014/main" id="{9A75C636-461E-46A9-BA37-C22ED21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86875"/>
            <a:ext cx="90678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8" name="Evidence">
            <a:extLst xmlns:a="http://schemas.openxmlformats.org/drawingml/2006/main">
              <a:ext uri="{FF2B5EF4-FFF2-40B4-BE49-F238E27FC236}">
                <a16:creationId xmlns:a16="http://schemas.microsoft.com/office/drawing/2014/main" id="{879E94B1-50C9-4F14-A536-17D47F90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8001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근거: 현재 iPhone 화면과 실제 조작 흐름</a:t>
            </a:r>
          </a:p>
          <a:p xmlns:a="http://schemas.openxmlformats.org/drawingml/2006/main">
            <a:pPr algn="l">
              <a:def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제외: 사용자 인터뷰, 전환율, 장기 사용 데이터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38C8B73C-2301-4AFA-8ADD-9B53706F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398581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">
            <a:extLst xmlns:a="http://schemas.openxmlformats.org/drawingml/2006/main">
              <a:ext uri="{FF2B5EF4-FFF2-40B4-BE49-F238E27FC236}">
                <a16:creationId xmlns:a16="http://schemas.microsoft.com/office/drawing/2014/main" id="{8ABA52C5-6F7F-441D-B10E-B910AF14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04065C53-CA49-4D5F-93D7-A0A4DA0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03/10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AFE420E4-CAB6-408B-BA42-D8F6658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od section-index">
            <a:extLst xmlns:a="http://schemas.openxmlformats.org/drawingml/2006/main">
              <a:ext uri="{FF2B5EF4-FFF2-40B4-BE49-F238E27FC236}">
                <a16:creationId xmlns:a16="http://schemas.microsoft.com/office/drawing/2014/main" id="{985754F4-F735-4287-BC00-1C235993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GOOD 01</a:t>
            </a:r>
          </a:p>
        </p:txBody>
      </p:sp>
      <p:sp>
        <p:nvSpPr>
          <p:cNvPr id="5" name="Good section-label">
            <a:extLst xmlns:a="http://schemas.openxmlformats.org/drawingml/2006/main">
              <a:ext uri="{FF2B5EF4-FFF2-40B4-BE49-F238E27FC236}">
                <a16:creationId xmlns:a16="http://schemas.microsoft.com/office/drawing/2014/main" id="{894B5F7A-321A-43EB-B504-F7ECCA41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DIRECT ENTRY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86D3D8FD-F67D-4C62-98E3-CD0DEBC8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빈 줄이 곧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입력창이다</a:t>
            </a:r>
          </a:p>
        </p:txBody>
      </p:sp>
      <p:sp>
        <p:nvSpPr>
          <p:cNvPr id="7" name="Bullet 1-dot">
            <a:extLst xmlns:a="http://schemas.openxmlformats.org/drawingml/2006/main">
              <a:ext uri="{FF2B5EF4-FFF2-40B4-BE49-F238E27FC236}">
                <a16:creationId xmlns:a16="http://schemas.microsoft.com/office/drawing/2014/main" id="{6340B846-8E1B-40CF-9F6D-DCFB2CC1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 1-text">
            <a:extLst xmlns:a="http://schemas.openxmlformats.org/drawingml/2006/main">
              <a:ext uri="{FF2B5EF4-FFF2-40B4-BE49-F238E27FC236}">
                <a16:creationId xmlns:a16="http://schemas.microsoft.com/office/drawing/2014/main" id="{833BEFBC-2769-49C7-BDAA-EF1AB2A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첫 행동을 설명 없이 시작</a:t>
            </a:r>
          </a:p>
        </p:txBody>
      </p:sp>
      <p:sp>
        <p:nvSpPr>
          <p:cNvPr id="9" name="Bullet 2-dot">
            <a:extLst xmlns:a="http://schemas.openxmlformats.org/drawingml/2006/main">
              <a:ext uri="{FF2B5EF4-FFF2-40B4-BE49-F238E27FC236}">
                <a16:creationId xmlns:a16="http://schemas.microsoft.com/office/drawing/2014/main" id="{23E70D3D-DBDC-42E7-86DE-7C78E9A9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 2-text">
            <a:extLst xmlns:a="http://schemas.openxmlformats.org/drawingml/2006/main">
              <a:ext uri="{FF2B5EF4-FFF2-40B4-BE49-F238E27FC236}">
                <a16:creationId xmlns:a16="http://schemas.microsoft.com/office/drawing/2014/main" id="{2157646B-6432-4D1D-87FA-70DCAC5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저장용 화면을 따로 열지 않음</a:t>
            </a:r>
          </a:p>
        </p:txBody>
      </p:sp>
      <p:sp>
        <p:nvSpPr>
          <p:cNvPr id="11" name="Bullet 3-dot">
            <a:extLst xmlns:a="http://schemas.openxmlformats.org/drawingml/2006/main">
              <a:ext uri="{FF2B5EF4-FFF2-40B4-BE49-F238E27FC236}">
                <a16:creationId xmlns:a16="http://schemas.microsoft.com/office/drawing/2014/main" id="{99FFE39D-7E48-43FB-B0AC-36AC320C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 3-text">
            <a:extLst xmlns:a="http://schemas.openxmlformats.org/drawingml/2006/main">
              <a:ext uri="{FF2B5EF4-FFF2-40B4-BE49-F238E27FC236}">
                <a16:creationId xmlns:a16="http://schemas.microsoft.com/office/drawing/2014/main" id="{3F6735B9-5A70-491F-A7B2-C50B0F4A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10칸 구조가 현재 상태를 보여줌</a:t>
            </a:r>
          </a:p>
        </p:txBody>
      </p:sp>
      <p:sp>
        <p:nvSpPr>
          <p:cNvPr id="13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0935FCA3-42BA-49CA-A821-5FF2773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669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b0418434f4156"/>
          <a:srcRect xmlns:a="http://schemas.openxmlformats.org/drawingml/2006/main" l="0" t="400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25" y="19526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5" name="Verdict card">
            <a:extLst xmlns:a="http://schemas.openxmlformats.org/drawingml/2006/main">
              <a:ext uri="{FF2B5EF4-FFF2-40B4-BE49-F238E27FC236}">
                <a16:creationId xmlns:a16="http://schemas.microsoft.com/office/drawing/2014/main" id="{B91B44E5-2EE9-488A-A3B6-4077B3B3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45720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erdict label">
            <a:extLst xmlns:a="http://schemas.openxmlformats.org/drawingml/2006/main">
              <a:ext uri="{FF2B5EF4-FFF2-40B4-BE49-F238E27FC236}">
                <a16:creationId xmlns:a16="http://schemas.microsoft.com/office/drawing/2014/main" id="{DEE41307-CF46-481E-8791-0E1DA53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343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</a:p>
        </p:txBody>
      </p:sp>
      <p:sp>
        <p:nvSpPr>
          <p:cNvPr id="17" name="Verdict">
            <a:extLst xmlns:a="http://schemas.openxmlformats.org/drawingml/2006/main">
              <a:ext uri="{FF2B5EF4-FFF2-40B4-BE49-F238E27FC236}">
                <a16:creationId xmlns:a16="http://schemas.microsoft.com/office/drawing/2014/main" id="{22A13AA2-6518-4A69-9700-42EE404B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058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메타포와 행동이</a:t>
            </a:r>
          </a:p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붙어 있다.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F530A0B-FC0F-4B55-A75A-94559A9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713542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">
            <a:extLst xmlns:a="http://schemas.openxmlformats.org/drawingml/2006/main">
              <a:ext uri="{FF2B5EF4-FFF2-40B4-BE49-F238E27FC236}">
                <a16:creationId xmlns:a16="http://schemas.microsoft.com/office/drawing/2014/main" id="{52B9117C-C858-4122-9AD8-6CE7E560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F878FC12-B05D-4A9D-9CBF-6BF8506A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04/10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7DB70AA7-3B16-469F-999E-9C6ED266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od section-index">
            <a:extLst xmlns:a="http://schemas.openxmlformats.org/drawingml/2006/main">
              <a:ext uri="{FF2B5EF4-FFF2-40B4-BE49-F238E27FC236}">
                <a16:creationId xmlns:a16="http://schemas.microsoft.com/office/drawing/2014/main" id="{4BF6F3C1-EF99-4902-9359-E4A8B90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GOOD 02</a:t>
            </a:r>
          </a:p>
        </p:txBody>
      </p:sp>
      <p:sp>
        <p:nvSpPr>
          <p:cNvPr id="5" name="Good section-label">
            <a:extLst xmlns:a="http://schemas.openxmlformats.org/drawingml/2006/main">
              <a:ext uri="{FF2B5EF4-FFF2-40B4-BE49-F238E27FC236}">
                <a16:creationId xmlns:a16="http://schemas.microsoft.com/office/drawing/2014/main" id="{E76F8583-F77C-4E1E-A93C-D61D076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FOCUS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525C443A-D576-4D2B-AF6F-F076A17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기도할 때는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기도만 남긴다</a:t>
            </a:r>
          </a:p>
        </p:txBody>
      </p:sp>
      <p:sp>
        <p:nvSpPr>
          <p:cNvPr id="7" name="Bullet 1-dot">
            <a:extLst xmlns:a="http://schemas.openxmlformats.org/drawingml/2006/main">
              <a:ext uri="{FF2B5EF4-FFF2-40B4-BE49-F238E27FC236}">
                <a16:creationId xmlns:a16="http://schemas.microsoft.com/office/drawing/2014/main" id="{AA8BC5B4-4634-4F94-85A7-A9C7A52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 1-text">
            <a:extLst xmlns:a="http://schemas.openxmlformats.org/drawingml/2006/main">
              <a:ext uri="{FF2B5EF4-FFF2-40B4-BE49-F238E27FC236}">
                <a16:creationId xmlns:a16="http://schemas.microsoft.com/office/drawing/2014/main" id="{897B3636-02E5-4D97-87BC-DB35F712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진행률 1/1로 끝을 예고</a:t>
            </a:r>
          </a:p>
        </p:txBody>
      </p:sp>
      <p:sp>
        <p:nvSpPr>
          <p:cNvPr id="9" name="Bullet 2-dot">
            <a:extLst xmlns:a="http://schemas.openxmlformats.org/drawingml/2006/main">
              <a:ext uri="{FF2B5EF4-FFF2-40B4-BE49-F238E27FC236}">
                <a16:creationId xmlns:a16="http://schemas.microsoft.com/office/drawing/2014/main" id="{E57568B7-3D4E-47B2-B035-D6627BCD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 2-text">
            <a:extLst xmlns:a="http://schemas.openxmlformats.org/drawingml/2006/main">
              <a:ext uri="{FF2B5EF4-FFF2-40B4-BE49-F238E27FC236}">
                <a16:creationId xmlns:a16="http://schemas.microsoft.com/office/drawing/2014/main" id="{3D1BFF85-84B1-43B2-B002-A0C1A09D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읽기 → 완료, 한 방향 흐름</a:t>
            </a:r>
          </a:p>
        </p:txBody>
      </p:sp>
      <p:sp>
        <p:nvSpPr>
          <p:cNvPr id="11" name="Bullet 3-dot">
            <a:extLst xmlns:a="http://schemas.openxmlformats.org/drawingml/2006/main">
              <a:ext uri="{FF2B5EF4-FFF2-40B4-BE49-F238E27FC236}">
                <a16:creationId xmlns:a16="http://schemas.microsoft.com/office/drawing/2014/main" id="{5C13B92F-4647-47FA-8443-89085C84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 3-text">
            <a:extLst xmlns:a="http://schemas.openxmlformats.org/drawingml/2006/main">
              <a:ext uri="{FF2B5EF4-FFF2-40B4-BE49-F238E27FC236}">
                <a16:creationId xmlns:a16="http://schemas.microsoft.com/office/drawing/2014/main" id="{38328DA0-65C5-46AC-8D39-8111BE01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부드러운 문장이 행동 압박을 낮춤</a:t>
            </a:r>
          </a:p>
        </p:txBody>
      </p:sp>
      <p:sp>
        <p:nvSpPr>
          <p:cNvPr id="13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0CF2C304-6769-409E-8B81-187AE2EB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669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db0ecc3304bb0"/>
          <a:srcRect xmlns:a="http://schemas.openxmlformats.org/drawingml/2006/main" l="0" t="400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25" y="19526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5" name="Verdict card">
            <a:extLst xmlns:a="http://schemas.openxmlformats.org/drawingml/2006/main">
              <a:ext uri="{FF2B5EF4-FFF2-40B4-BE49-F238E27FC236}">
                <a16:creationId xmlns:a16="http://schemas.microsoft.com/office/drawing/2014/main" id="{51E0FE31-CE04-4845-AA42-B6378E3D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45720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erdict label">
            <a:extLst xmlns:a="http://schemas.openxmlformats.org/drawingml/2006/main">
              <a:ext uri="{FF2B5EF4-FFF2-40B4-BE49-F238E27FC236}">
                <a16:creationId xmlns:a16="http://schemas.microsoft.com/office/drawing/2014/main" id="{732FE3F0-8C12-4928-B91C-12334EE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343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</a:p>
        </p:txBody>
      </p:sp>
      <p:sp>
        <p:nvSpPr>
          <p:cNvPr id="17" name="Verdict">
            <a:extLst xmlns:a="http://schemas.openxmlformats.org/drawingml/2006/main">
              <a:ext uri="{FF2B5EF4-FFF2-40B4-BE49-F238E27FC236}">
                <a16:creationId xmlns:a16="http://schemas.microsoft.com/office/drawing/2014/main" id="{7C7763C7-6914-418C-A22D-33B0B9F0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058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앱의 목적이 가장</a:t>
            </a:r>
          </a:p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선명한 화면.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12B0146-86CD-45DF-BE4B-9ECEC386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990689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">
            <a:extLst xmlns:a="http://schemas.openxmlformats.org/drawingml/2006/main">
              <a:ext uri="{FF2B5EF4-FFF2-40B4-BE49-F238E27FC236}">
                <a16:creationId xmlns:a16="http://schemas.microsoft.com/office/drawing/2014/main" id="{9A28D33D-4C4D-4AB5-9746-9C4591BB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C4263EC4-6D75-4D06-85E1-C2024C4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05/10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3B536BD6-F0E2-4E12-BB37-F614EE75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od section-index">
            <a:extLst xmlns:a="http://schemas.openxmlformats.org/drawingml/2006/main">
              <a:ext uri="{FF2B5EF4-FFF2-40B4-BE49-F238E27FC236}">
                <a16:creationId xmlns:a16="http://schemas.microsoft.com/office/drawing/2014/main" id="{F82F5059-7584-4FA0-8E21-D271A3A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GOOD 03</a:t>
            </a:r>
          </a:p>
        </p:txBody>
      </p:sp>
      <p:sp>
        <p:nvSpPr>
          <p:cNvPr id="5" name="Good section-label">
            <a:extLst xmlns:a="http://schemas.openxmlformats.org/drawingml/2006/main">
              <a:ext uri="{FF2B5EF4-FFF2-40B4-BE49-F238E27FC236}">
                <a16:creationId xmlns:a16="http://schemas.microsoft.com/office/drawing/2014/main" id="{0294DCA8-FAC8-490F-8B8A-543829CC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MEANINGFUL HISTORY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EDC910D8-58B9-4F17-98E6-73898730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달성을 체크가 아니라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날짜로 남긴다</a:t>
            </a:r>
          </a:p>
        </p:txBody>
      </p:sp>
      <p:sp>
        <p:nvSpPr>
          <p:cNvPr id="7" name="Left screenshot-shadow">
            <a:extLst xmlns:a="http://schemas.openxmlformats.org/drawingml/2006/main">
              <a:ext uri="{FF2B5EF4-FFF2-40B4-BE49-F238E27FC236}">
                <a16:creationId xmlns:a16="http://schemas.microsoft.com/office/drawing/2014/main" id="{23392466-5025-4183-8341-B0219E84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100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39cdcb7f4c97"/>
          <a:srcRect xmlns:a="http://schemas.openxmlformats.org/drawingml/2006/main" l="0" t="12207" r="0" b="12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0957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</p:spPr>
      </p:pic>
      <p:sp>
        <p:nvSpPr>
          <p:cNvPr id="9" name="Right screenshot-shadow">
            <a:extLst xmlns:a="http://schemas.openxmlformats.org/drawingml/2006/main">
              <a:ext uri="{FF2B5EF4-FFF2-40B4-BE49-F238E27FC236}">
                <a16:creationId xmlns:a16="http://schemas.microsoft.com/office/drawing/2014/main" id="{C986B9E3-9D58-4EEF-8550-1C9FABB7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100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64086dc4d4aa0"/>
          <a:srcRect xmlns:a="http://schemas.openxmlformats.org/drawingml/2006/main" l="0" t="12207" r="0" b="12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40957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</p:spPr>
      </p:pic>
      <p:sp>
        <p:nvSpPr>
          <p:cNvPr id="11" name="Meaning card">
            <a:extLst xmlns:a="http://schemas.openxmlformats.org/drawingml/2006/main">
              <a:ext uri="{FF2B5EF4-FFF2-40B4-BE49-F238E27FC236}">
                <a16:creationId xmlns:a16="http://schemas.microsoft.com/office/drawing/2014/main" id="{0B4EE5CF-C48B-4784-81A8-51D44316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96250"/>
            <a:ext cx="68580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aning label">
            <a:extLst xmlns:a="http://schemas.openxmlformats.org/drawingml/2006/main">
              <a:ext uri="{FF2B5EF4-FFF2-40B4-BE49-F238E27FC236}">
                <a16:creationId xmlns:a16="http://schemas.microsoft.com/office/drawing/2014/main" id="{C34CB647-009F-4466-8D76-65FB8A8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5153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기록 → 회고</a:t>
            </a:r>
          </a:p>
        </p:txBody>
      </p:sp>
      <p:sp>
        <p:nvSpPr>
          <p:cNvPr id="13" name="Meaning">
            <a:extLst xmlns:a="http://schemas.openxmlformats.org/drawingml/2006/main">
              <a:ext uri="{FF2B5EF4-FFF2-40B4-BE49-F238E27FC236}">
                <a16:creationId xmlns:a16="http://schemas.microsoft.com/office/drawing/2014/main" id="{B95B0D87-88F7-4868-8A04-28BED618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1249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완료의 의미를 붙이고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다시 볼 이유를 만든다.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01AE2F0B-F502-4D58-BBF0-24591B5F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746290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Header">
            <a:extLst xmlns:a="http://schemas.openxmlformats.org/drawingml/2006/main">
              <a:ext uri="{FF2B5EF4-FFF2-40B4-BE49-F238E27FC236}">
                <a16:creationId xmlns:a16="http://schemas.microsoft.com/office/drawing/2014/main" id="{3CC21CEE-826D-49D4-82E8-4045A4DC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BD249539-E68C-4591-8AA5-F03357D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06/10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DDB92334-936B-45C4-8B33-A8C95C2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d section-index">
            <a:extLst xmlns:a="http://schemas.openxmlformats.org/drawingml/2006/main">
              <a:ext uri="{FF2B5EF4-FFF2-40B4-BE49-F238E27FC236}">
                <a16:creationId xmlns:a16="http://schemas.microsoft.com/office/drawing/2014/main" id="{775EE9C2-B74F-4F9C-9DE0-57D51201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BAD 01</a:t>
            </a:r>
          </a:p>
        </p:txBody>
      </p:sp>
      <p:sp>
        <p:nvSpPr>
          <p:cNvPr id="5" name="Bad section-label">
            <a:extLst xmlns:a="http://schemas.openxmlformats.org/drawingml/2006/main">
              <a:ext uri="{FF2B5EF4-FFF2-40B4-BE49-F238E27FC236}">
                <a16:creationId xmlns:a16="http://schemas.microsoft.com/office/drawing/2014/main" id="{3635A572-D060-46FA-90B8-C73AF4D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LOCALIZATION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551547B8-E25F-4C9B-BC40-727159B7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한국어인데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핵심 버튼은 영어다</a:t>
            </a:r>
          </a:p>
        </p:txBody>
      </p:sp>
      <p:sp>
        <p:nvSpPr>
          <p:cNvPr id="7" name="Example 1 card">
            <a:extLst xmlns:a="http://schemas.openxmlformats.org/drawingml/2006/main">
              <a:ext uri="{FF2B5EF4-FFF2-40B4-BE49-F238E27FC236}">
                <a16:creationId xmlns:a16="http://schemas.microsoft.com/office/drawing/2014/main" id="{A5898352-FA8F-40CF-8B10-35652FCB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724150" cy="4610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d08bcc87f4aa1"/>
          <a:srcRect xmlns:a="http://schemas.openxmlformats.org/drawingml/2006/main" l="0" t="20744" r="0" b="20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4591050"/>
            <a:ext cx="2381250" cy="30289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9" name="Example 1 label">
            <a:extLst xmlns:a="http://schemas.openxmlformats.org/drawingml/2006/main">
              <a:ext uri="{FF2B5EF4-FFF2-40B4-BE49-F238E27FC236}">
                <a16:creationId xmlns:a16="http://schemas.microsoft.com/office/drawing/2014/main" id="{87E0293A-781C-4588-9DE8-AE1DE0F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58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10" name="Example 1 issue box">
            <a:extLst xmlns:a="http://schemas.openxmlformats.org/drawingml/2006/main">
              <a:ext uri="{FF2B5EF4-FFF2-40B4-BE49-F238E27FC236}">
                <a16:creationId xmlns:a16="http://schemas.microsoft.com/office/drawing/2014/main" id="{CF841FB2-60F2-4814-8EAE-85966629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48650"/>
            <a:ext cx="1695450" cy="476250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84C3F"/>
            </a:solidFill>
            <a:prstDash val="solid"/>
          </a:ln>
        </p:spPr>
      </p:sp>
      <p:sp>
        <p:nvSpPr>
          <p:cNvPr id="11" name="Example 1 issue">
            <a:extLst xmlns:a="http://schemas.openxmlformats.org/drawingml/2006/main">
              <a:ext uri="{FF2B5EF4-FFF2-40B4-BE49-F238E27FC236}">
                <a16:creationId xmlns:a16="http://schemas.microsoft.com/office/drawing/2014/main" id="{442EAABD-AFA0-499E-B845-99FCD3DC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867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Close</a:t>
            </a:r>
          </a:p>
        </p:txBody>
      </p:sp>
      <p:sp>
        <p:nvSpPr>
          <p:cNvPr id="12" name="Example 2 card">
            <a:extLst xmlns:a="http://schemas.openxmlformats.org/drawingml/2006/main">
              <a:ext uri="{FF2B5EF4-FFF2-40B4-BE49-F238E27FC236}">
                <a16:creationId xmlns:a16="http://schemas.microsoft.com/office/drawing/2014/main" id="{9A99F279-6AE5-43CB-A04E-8D82DD6B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2724150" cy="4610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a80a2c10f4377"/>
          <a:srcRect xmlns:a="http://schemas.openxmlformats.org/drawingml/2006/main" l="0" t="20744" r="0" b="20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0" y="4591050"/>
            <a:ext cx="2381250" cy="30289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4" name="Example 2 label">
            <a:extLst xmlns:a="http://schemas.openxmlformats.org/drawingml/2006/main">
              <a:ext uri="{FF2B5EF4-FFF2-40B4-BE49-F238E27FC236}">
                <a16:creationId xmlns:a16="http://schemas.microsoft.com/office/drawing/2014/main" id="{8908CC46-07B0-46CA-8E47-3D411181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7858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나의 발자취</a:t>
            </a:r>
          </a:p>
        </p:txBody>
      </p:sp>
      <p:sp>
        <p:nvSpPr>
          <p:cNvPr id="15" name="Example 2 issue box">
            <a:extLst xmlns:a="http://schemas.openxmlformats.org/drawingml/2006/main">
              <a:ext uri="{FF2B5EF4-FFF2-40B4-BE49-F238E27FC236}">
                <a16:creationId xmlns:a16="http://schemas.microsoft.com/office/drawing/2014/main" id="{45A39951-CC1B-4FBB-B4FE-07A4C5EB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248650"/>
            <a:ext cx="1695450" cy="476250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84C3F"/>
            </a:solidFill>
            <a:prstDash val="solid"/>
          </a:ln>
        </p:spPr>
      </p:sp>
      <p:sp>
        <p:nvSpPr>
          <p:cNvPr id="16" name="Example 2 issue">
            <a:extLst xmlns:a="http://schemas.openxmlformats.org/drawingml/2006/main">
              <a:ext uri="{FF2B5EF4-FFF2-40B4-BE49-F238E27FC236}">
                <a16:creationId xmlns:a16="http://schemas.microsoft.com/office/drawing/2014/main" id="{DE30C8A6-AA95-48CC-848D-C9AE6E57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2867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Edit</a:t>
            </a:r>
          </a:p>
        </p:txBody>
      </p:sp>
      <p:sp>
        <p:nvSpPr>
          <p:cNvPr id="17" name="Example 3 card">
            <a:extLst xmlns:a="http://schemas.openxmlformats.org/drawingml/2006/main">
              <a:ext uri="{FF2B5EF4-FFF2-40B4-BE49-F238E27FC236}">
                <a16:creationId xmlns:a16="http://schemas.microsoft.com/office/drawing/2014/main" id="{667DBD55-EF74-41D4-89D2-478272FF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2724150" cy="4610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68fc5a29b449c"/>
          <a:srcRect xmlns:a="http://schemas.openxmlformats.org/drawingml/2006/main" l="0" t="20744" r="0" b="20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591050"/>
            <a:ext cx="2381250" cy="30289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9" name="Example 3 label">
            <a:extLst xmlns:a="http://schemas.openxmlformats.org/drawingml/2006/main">
              <a:ext uri="{FF2B5EF4-FFF2-40B4-BE49-F238E27FC236}">
                <a16:creationId xmlns:a16="http://schemas.microsoft.com/office/drawing/2014/main" id="{18973448-F059-4B98-8E07-22A5A29C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858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카테고리 관리</a:t>
            </a:r>
          </a:p>
        </p:txBody>
      </p:sp>
      <p:sp>
        <p:nvSpPr>
          <p:cNvPr id="20" name="Example 3 issue box">
            <a:extLst xmlns:a="http://schemas.openxmlformats.org/drawingml/2006/main">
              <a:ext uri="{FF2B5EF4-FFF2-40B4-BE49-F238E27FC236}">
                <a16:creationId xmlns:a16="http://schemas.microsoft.com/office/drawing/2014/main" id="{FB640A4A-1CBB-408E-8206-6E547BB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248650"/>
            <a:ext cx="1695450" cy="476250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84C3F"/>
            </a:solidFill>
            <a:prstDash val="solid"/>
          </a:ln>
        </p:spPr>
      </p:sp>
      <p:sp>
        <p:nvSpPr>
          <p:cNvPr id="21" name="Example 3 issue">
            <a:extLst xmlns:a="http://schemas.openxmlformats.org/drawingml/2006/main">
              <a:ext uri="{FF2B5EF4-FFF2-40B4-BE49-F238E27FC236}">
                <a16:creationId xmlns:a16="http://schemas.microsoft.com/office/drawing/2014/main" id="{3B1C4626-9B40-4A3A-8EB6-CB16758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2867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Edit</a:t>
            </a:r>
          </a:p>
        </p:txBody>
      </p:sp>
      <p:sp>
        <p:nvSpPr>
          <p:cNvPr id="22" name="Conclusion card">
            <a:extLst xmlns:a="http://schemas.openxmlformats.org/drawingml/2006/main">
              <a:ext uri="{FF2B5EF4-FFF2-40B4-BE49-F238E27FC236}">
                <a16:creationId xmlns:a16="http://schemas.microsoft.com/office/drawing/2014/main" id="{BD76913F-3DE4-439D-A05A-CB9B708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90678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nclusion">
            <a:extLst xmlns:a="http://schemas.openxmlformats.org/drawingml/2006/main">
              <a:ext uri="{FF2B5EF4-FFF2-40B4-BE49-F238E27FC236}">
                <a16:creationId xmlns:a16="http://schemas.microsoft.com/office/drawing/2014/main" id="{F91C4C89-BE71-4705-9B30-64AD72D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8107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Close · Edit · Cancel · Save: 전부 현지화 필요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E63B6917-7B63-494E-9890-CBA04599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607385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">
            <a:extLst xmlns:a="http://schemas.openxmlformats.org/drawingml/2006/main">
              <a:ext uri="{FF2B5EF4-FFF2-40B4-BE49-F238E27FC236}">
                <a16:creationId xmlns:a16="http://schemas.microsoft.com/office/drawing/2014/main" id="{07A9B329-475C-4B63-A6F0-5CBA224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ABF92C69-8DDA-4A1C-B5D1-164F3CC0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07/10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FAEA4DB3-9AA1-488D-8A97-8B8B6FA5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d section-index">
            <a:extLst xmlns:a="http://schemas.openxmlformats.org/drawingml/2006/main">
              <a:ext uri="{FF2B5EF4-FFF2-40B4-BE49-F238E27FC236}">
                <a16:creationId xmlns:a16="http://schemas.microsoft.com/office/drawing/2014/main" id="{90C816AB-2A9D-4F64-A8F3-F26BA8A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BAD 02</a:t>
            </a:r>
          </a:p>
        </p:txBody>
      </p:sp>
      <p:sp>
        <p:nvSpPr>
          <p:cNvPr id="5" name="Bad section-label">
            <a:extLst xmlns:a="http://schemas.openxmlformats.org/drawingml/2006/main">
              <a:ext uri="{FF2B5EF4-FFF2-40B4-BE49-F238E27FC236}">
                <a16:creationId xmlns:a16="http://schemas.microsoft.com/office/drawing/2014/main" id="{BAD4DA4C-E1A1-4748-ABDE-F14836B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NAVIGATION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214FA01A-C8A5-4223-817E-41EC4C64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페이지 메타포가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정보 구조를 숨긴다</a:t>
            </a:r>
          </a:p>
        </p:txBody>
      </p:sp>
      <p:sp>
        <p:nvSpPr>
          <p:cNvPr id="7" name="Bullet 1-dot">
            <a:extLst xmlns:a="http://schemas.openxmlformats.org/drawingml/2006/main">
              <a:ext uri="{FF2B5EF4-FFF2-40B4-BE49-F238E27FC236}">
                <a16:creationId xmlns:a16="http://schemas.microsoft.com/office/drawing/2014/main" id="{7E4C8EF9-944B-411C-826B-A38058D4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 1-text">
            <a:extLst xmlns:a="http://schemas.openxmlformats.org/drawingml/2006/main">
              <a:ext uri="{FF2B5EF4-FFF2-40B4-BE49-F238E27FC236}">
                <a16:creationId xmlns:a16="http://schemas.microsoft.com/office/drawing/2014/main" id="{162C6A31-F8EF-48C3-9EBF-F9DCC14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1/3은 보이지만 전체 목록은 안 보임</a:t>
            </a:r>
          </a:p>
        </p:txBody>
      </p:sp>
      <p:sp>
        <p:nvSpPr>
          <p:cNvPr id="9" name="Bullet 2-dot">
            <a:extLst xmlns:a="http://schemas.openxmlformats.org/drawingml/2006/main">
              <a:ext uri="{FF2B5EF4-FFF2-40B4-BE49-F238E27FC236}">
                <a16:creationId xmlns:a16="http://schemas.microsoft.com/office/drawing/2014/main" id="{DC8206DA-43EA-4FD7-8B37-FAC3652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 2-text">
            <a:extLst xmlns:a="http://schemas.openxmlformats.org/drawingml/2006/main">
              <a:ext uri="{FF2B5EF4-FFF2-40B4-BE49-F238E27FC236}">
                <a16:creationId xmlns:a16="http://schemas.microsoft.com/office/drawing/2014/main" id="{7DD36979-1DF1-4A6B-BC18-BAFEF6B7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원하는 카테고리로 바로 갈 수 없음</a:t>
            </a:r>
          </a:p>
        </p:txBody>
      </p:sp>
      <p:sp>
        <p:nvSpPr>
          <p:cNvPr id="11" name="Bullet 3-dot">
            <a:extLst xmlns:a="http://schemas.openxmlformats.org/drawingml/2006/main">
              <a:ext uri="{FF2B5EF4-FFF2-40B4-BE49-F238E27FC236}">
                <a16:creationId xmlns:a16="http://schemas.microsoft.com/office/drawing/2014/main" id="{D3D2FBEE-13D6-4CFD-9C82-BF833496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 3-text">
            <a:extLst xmlns:a="http://schemas.openxmlformats.org/drawingml/2006/main">
              <a:ext uri="{FF2B5EF4-FFF2-40B4-BE49-F238E27FC236}">
                <a16:creationId xmlns:a16="http://schemas.microsoft.com/office/drawing/2014/main" id="{72B1C165-9867-4E5F-B11B-8FF306B5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관리 화면은 설정 안쪽에 숨어 있음</a:t>
            </a:r>
          </a:p>
        </p:txBody>
      </p:sp>
      <p:sp>
        <p:nvSpPr>
          <p:cNvPr id="13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9574E38E-3C0B-4784-B21B-4F958D1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669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7478878564a77"/>
          <a:srcRect xmlns:a="http://schemas.openxmlformats.org/drawingml/2006/main" l="0" t="400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9526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5" name="Verdict card">
            <a:extLst xmlns:a="http://schemas.openxmlformats.org/drawingml/2006/main">
              <a:ext uri="{FF2B5EF4-FFF2-40B4-BE49-F238E27FC236}">
                <a16:creationId xmlns:a16="http://schemas.microsoft.com/office/drawing/2014/main" id="{521F31B2-53AB-48C8-AD84-77891DC6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4667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erdict label">
            <a:extLst xmlns:a="http://schemas.openxmlformats.org/drawingml/2006/main">
              <a:ext uri="{FF2B5EF4-FFF2-40B4-BE49-F238E27FC236}">
                <a16:creationId xmlns:a16="http://schemas.microsoft.com/office/drawing/2014/main" id="{B0F00138-6A70-4FFE-AB10-F16F189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15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적나라한 판정</a:t>
            </a:r>
          </a:p>
        </p:txBody>
      </p:sp>
      <p:sp>
        <p:nvSpPr>
          <p:cNvPr id="17" name="Verdict">
            <a:extLst xmlns:a="http://schemas.openxmlformats.org/drawingml/2006/main">
              <a:ext uri="{FF2B5EF4-FFF2-40B4-BE49-F238E27FC236}">
                <a16:creationId xmlns:a16="http://schemas.microsoft.com/office/drawing/2014/main" id="{A6362A0A-843A-4058-B6CC-93A473E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05800"/>
            <a:ext cx="381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카테고리 3개일 땐 낭만.</a:t>
            </a:r>
          </a:p>
          <a:p xmlns:a="http://schemas.openxmlformats.org/drawingml/2006/main">
            <a:pPr algn="l">
              <a:def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10개가 되면 노동.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35EAEFDB-1002-421E-8DEF-81EF3496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5684751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">
            <a:extLst xmlns:a="http://schemas.openxmlformats.org/drawingml/2006/main">
              <a:ext uri="{FF2B5EF4-FFF2-40B4-BE49-F238E27FC236}">
                <a16:creationId xmlns:a16="http://schemas.microsoft.com/office/drawing/2014/main" id="{411067EF-C203-485E-87BF-B07993F6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A73F7C82-FFF1-4C7E-935B-7F77B640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08/10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CCD4AF5-194B-4417-899E-B41AA615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d section-index">
            <a:extLst xmlns:a="http://schemas.openxmlformats.org/drawingml/2006/main">
              <a:ext uri="{FF2B5EF4-FFF2-40B4-BE49-F238E27FC236}">
                <a16:creationId xmlns:a16="http://schemas.microsoft.com/office/drawing/2014/main" id="{11DB16AB-E079-4E71-A4A9-A26EF2BD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BAD 03</a:t>
            </a:r>
          </a:p>
        </p:txBody>
      </p:sp>
      <p:sp>
        <p:nvSpPr>
          <p:cNvPr id="5" name="Bad section-label">
            <a:extLst xmlns:a="http://schemas.openxmlformats.org/drawingml/2006/main">
              <a:ext uri="{FF2B5EF4-FFF2-40B4-BE49-F238E27FC236}">
                <a16:creationId xmlns:a16="http://schemas.microsoft.com/office/drawing/2014/main" id="{0DC913F0-008E-46B5-AFC0-5DFA4D3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SAVE CONFIDENCE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8A7691CF-607D-42B9-9262-CB5F882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자동 저장은 편하다.</a:t>
            </a:r>
          </a:p>
          <a:p xmlns:a="http://schemas.openxmlformats.org/drawingml/2006/main">
            <a:pPr algn="l">
              <a:def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그런데 저장됐다는 증거가 없다.</a:t>
            </a:r>
          </a:p>
        </p:txBody>
      </p:sp>
      <p:sp>
        <p:nvSpPr>
          <p:cNvPr id="7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E123662A-1E73-466D-BB87-A24D9354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3829050" cy="657225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959f1c1594b53"/>
          <a:srcRect xmlns:a="http://schemas.openxmlformats.org/drawingml/2006/main" l="0" t="10522" r="0" b="10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000500"/>
            <a:ext cx="3829050" cy="6572250"/>
          </a:xfrm>
          <a:prstGeom xmlns:a="http://schemas.openxmlformats.org/drawingml/2006/main" prst="roundRect">
            <a:avLst>
              <a:gd name="adj" fmla="val 3980"/>
            </a:avLst>
          </a:prstGeom>
        </p:spPr>
      </p:pic>
      <p:sp>
        <p:nvSpPr>
          <p:cNvPr id="9" name="Behavior card">
            <a:extLst xmlns:a="http://schemas.openxmlformats.org/drawingml/2006/main">
              <a:ext uri="{FF2B5EF4-FFF2-40B4-BE49-F238E27FC236}">
                <a16:creationId xmlns:a16="http://schemas.microsoft.com/office/drawing/2014/main" id="{386F2E9C-A28F-4A5C-AECD-8C03985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48577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0" name="Behavior label">
            <a:extLst xmlns:a="http://schemas.openxmlformats.org/drawingml/2006/main">
              <a:ext uri="{FF2B5EF4-FFF2-40B4-BE49-F238E27FC236}">
                <a16:creationId xmlns:a16="http://schemas.microsoft.com/office/drawing/2014/main" id="{01C8BD5F-63E9-41EA-9DFD-486568FB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52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실제 동작</a:t>
            </a:r>
          </a:p>
        </p:txBody>
      </p:sp>
      <p:sp>
        <p:nvSpPr>
          <p:cNvPr id="11" name="Behavior">
            <a:extLst xmlns:a="http://schemas.openxmlformats.org/drawingml/2006/main">
              <a:ext uri="{FF2B5EF4-FFF2-40B4-BE49-F238E27FC236}">
                <a16:creationId xmlns:a16="http://schemas.microsoft.com/office/drawing/2014/main" id="{F2402A76-956D-45C7-B82E-6F39A2A0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8632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키보드 ‘완료’ 또는</a:t>
            </a:r>
          </a:p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다른 곳을 누르면 저장</a:t>
            </a:r>
          </a:p>
        </p:txBody>
      </p:sp>
      <p:sp>
        <p:nvSpPr>
          <p:cNvPr id="12" name="Visible card">
            <a:extLst xmlns:a="http://schemas.openxmlformats.org/drawingml/2006/main">
              <a:ext uri="{FF2B5EF4-FFF2-40B4-BE49-F238E27FC236}">
                <a16:creationId xmlns:a16="http://schemas.microsoft.com/office/drawing/2014/main" id="{67348391-5478-44B0-8852-A8289936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10300"/>
            <a:ext cx="48577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ible label">
            <a:extLst xmlns:a="http://schemas.openxmlformats.org/drawingml/2006/main">
              <a:ext uri="{FF2B5EF4-FFF2-40B4-BE49-F238E27FC236}">
                <a16:creationId xmlns:a16="http://schemas.microsoft.com/office/drawing/2014/main" id="{8B30EAAE-53ED-479D-9907-C67EA03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562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사용자에게 보이는 것</a:t>
            </a:r>
          </a:p>
        </p:txBody>
      </p:sp>
      <p:sp>
        <p:nvSpPr>
          <p:cNvPr id="14" name="Visible">
            <a:extLst xmlns:a="http://schemas.openxmlformats.org/drawingml/2006/main">
              <a:ext uri="{FF2B5EF4-FFF2-40B4-BE49-F238E27FC236}">
                <a16:creationId xmlns:a16="http://schemas.microsoft.com/office/drawing/2014/main" id="{B394B943-2DBA-4E2F-B189-D6638B3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09612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저장됨 표시 0</a:t>
            </a:r>
          </a:p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되돌리기 0</a:t>
            </a:r>
          </a:p>
        </p:txBody>
      </p:sp>
      <p:sp>
        <p:nvSpPr>
          <p:cNvPr id="15" name="Solution card">
            <a:extLst xmlns:a="http://schemas.openxmlformats.org/drawingml/2006/main">
              <a:ext uri="{FF2B5EF4-FFF2-40B4-BE49-F238E27FC236}">
                <a16:creationId xmlns:a16="http://schemas.microsoft.com/office/drawing/2014/main" id="{BCF42BBC-8EA8-4C98-A51D-4320FA5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420100"/>
            <a:ext cx="485775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lution">
            <a:extLst xmlns:a="http://schemas.openxmlformats.org/drawingml/2006/main">
              <a:ext uri="{FF2B5EF4-FFF2-40B4-BE49-F238E27FC236}">
                <a16:creationId xmlns:a16="http://schemas.microsoft.com/office/drawing/2014/main" id="{43A3CC63-64AD-46F6-84DB-E5F628C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892492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해법: 1초짜리 ‘저장됨’</a:t>
            </a:r>
          </a:p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+ 편집 직후 실행 취소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8273C5F5-5D0D-4E93-B315-530B9DF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131978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Header">
            <a:extLst xmlns:a="http://schemas.openxmlformats.org/drawingml/2006/main">
              <a:ext uri="{FF2B5EF4-FFF2-40B4-BE49-F238E27FC236}">
                <a16:creationId xmlns:a16="http://schemas.microsoft.com/office/drawing/2014/main" id="{A1DF9383-9EF1-41C4-B4A4-13F5F2C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9C458CF-2206-4D7C-A489-23A77C3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09/10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15ED431F-AEF6-4901-A5FA-C002DC58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x order pill-bg">
            <a:extLst xmlns:a="http://schemas.openxmlformats.org/drawingml/2006/main">
              <a:ext uri="{FF2B5EF4-FFF2-40B4-BE49-F238E27FC236}">
                <a16:creationId xmlns:a16="http://schemas.microsoft.com/office/drawing/2014/main" id="{7F01F0AF-2701-4CFD-8AC7-EC8998F9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ix order pill-text">
            <a:extLst xmlns:a="http://schemas.openxmlformats.org/drawingml/2006/main">
              <a:ext uri="{FF2B5EF4-FFF2-40B4-BE49-F238E27FC236}">
                <a16:creationId xmlns:a16="http://schemas.microsoft.com/office/drawing/2014/main" id="{B94E96E1-EFA1-4889-937C-078C98B0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FIX ORDER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186EDCD7-DD1F-4E2E-AB9B-4E5F7DF9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먼저 고칠 순서</a:t>
            </a:r>
          </a:p>
        </p:txBody>
      </p:sp>
      <p:sp>
        <p:nvSpPr>
          <p:cNvPr id="7" name="Priority 1 card">
            <a:extLst xmlns:a="http://schemas.openxmlformats.org/drawingml/2006/main">
              <a:ext uri="{FF2B5EF4-FFF2-40B4-BE49-F238E27FC236}">
                <a16:creationId xmlns:a16="http://schemas.microsoft.com/office/drawing/2014/main" id="{FB59FF23-72E8-4DD5-8961-FF32EA74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8" name="Priority 1 badge-bg">
            <a:extLst xmlns:a="http://schemas.openxmlformats.org/drawingml/2006/main">
              <a:ext uri="{FF2B5EF4-FFF2-40B4-BE49-F238E27FC236}">
                <a16:creationId xmlns:a16="http://schemas.microsoft.com/office/drawing/2014/main" id="{41D8EF45-05EB-4345-84D6-0E4EE24A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ority 1 badge-text">
            <a:extLst xmlns:a="http://schemas.openxmlformats.org/drawingml/2006/main">
              <a:ext uri="{FF2B5EF4-FFF2-40B4-BE49-F238E27FC236}">
                <a16:creationId xmlns:a16="http://schemas.microsoft.com/office/drawing/2014/main" id="{3140318B-012C-48DE-B2E0-E56E082D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P0</a:t>
            </a:r>
          </a:p>
        </p:txBody>
      </p:sp>
      <p:sp>
        <p:nvSpPr>
          <p:cNvPr id="10" name="Priority 1 title">
            <a:extLst xmlns:a="http://schemas.openxmlformats.org/drawingml/2006/main">
              <a:ext uri="{FF2B5EF4-FFF2-40B4-BE49-F238E27FC236}">
                <a16:creationId xmlns:a16="http://schemas.microsoft.com/office/drawing/2014/main" id="{67D86CD0-1754-4026-9938-F5DB07C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언어 일관성</a:t>
            </a:r>
          </a:p>
        </p:txBody>
      </p:sp>
      <p:sp>
        <p:nvSpPr>
          <p:cNvPr id="11" name="Priority 1 detail">
            <a:extLst xmlns:a="http://schemas.openxmlformats.org/drawingml/2006/main">
              <a:ext uri="{FF2B5EF4-FFF2-40B4-BE49-F238E27FC236}">
                <a16:creationId xmlns:a16="http://schemas.microsoft.com/office/drawing/2014/main" id="{36ED1F58-DBFC-4A8E-A3A2-4BD9EBC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Close / Edit / Cancel / Save를 모두 현지화</a:t>
            </a:r>
          </a:p>
        </p:txBody>
      </p:sp>
      <p:sp>
        <p:nvSpPr>
          <p:cNvPr id="12" name="Priority 2 card">
            <a:extLst xmlns:a="http://schemas.openxmlformats.org/drawingml/2006/main">
              <a:ext uri="{FF2B5EF4-FFF2-40B4-BE49-F238E27FC236}">
                <a16:creationId xmlns:a16="http://schemas.microsoft.com/office/drawing/2014/main" id="{7A513C1A-0AE9-404E-90A3-4F5AA6F2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3" name="Priority 2 badge-bg">
            <a:extLst xmlns:a="http://schemas.openxmlformats.org/drawingml/2006/main">
              <a:ext uri="{FF2B5EF4-FFF2-40B4-BE49-F238E27FC236}">
                <a16:creationId xmlns:a16="http://schemas.microsoft.com/office/drawing/2014/main" id="{C2FCF7E2-3C33-4945-AA6F-0999E1D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ority 2 badge-text">
            <a:extLst xmlns:a="http://schemas.openxmlformats.org/drawingml/2006/main">
              <a:ext uri="{FF2B5EF4-FFF2-40B4-BE49-F238E27FC236}">
                <a16:creationId xmlns:a16="http://schemas.microsoft.com/office/drawing/2014/main" id="{83F3E53D-9227-4C14-B262-5CB23328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5" name="Priority 2 title">
            <a:extLst xmlns:a="http://schemas.openxmlformats.org/drawingml/2006/main">
              <a:ext uri="{FF2B5EF4-FFF2-40B4-BE49-F238E27FC236}">
                <a16:creationId xmlns:a16="http://schemas.microsoft.com/office/drawing/2014/main" id="{848446EC-DA09-40F5-8ADB-26AE62B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카테고리 바로가기</a:t>
            </a:r>
          </a:p>
        </p:txBody>
      </p:sp>
      <p:sp>
        <p:nvSpPr>
          <p:cNvPr id="16" name="Priority 2 detail">
            <a:extLst xmlns:a="http://schemas.openxmlformats.org/drawingml/2006/main">
              <a:ext uri="{FF2B5EF4-FFF2-40B4-BE49-F238E27FC236}">
                <a16:creationId xmlns:a16="http://schemas.microsoft.com/office/drawing/2014/main" id="{CFE5C968-21BE-47A9-9255-A0D3E64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817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페이지 표시를 누르면 전체 목록과 현재 위치 노출</a:t>
            </a:r>
          </a:p>
        </p:txBody>
      </p:sp>
      <p:sp>
        <p:nvSpPr>
          <p:cNvPr id="17" name="Priority 3 card">
            <a:extLst xmlns:a="http://schemas.openxmlformats.org/drawingml/2006/main">
              <a:ext uri="{FF2B5EF4-FFF2-40B4-BE49-F238E27FC236}">
                <a16:creationId xmlns:a16="http://schemas.microsoft.com/office/drawing/2014/main" id="{BE7623B4-4DAE-403A-AB3E-67A09E0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0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8" name="Priority 3 badge-bg">
            <a:extLst xmlns:a="http://schemas.openxmlformats.org/drawingml/2006/main">
              <a:ext uri="{FF2B5EF4-FFF2-40B4-BE49-F238E27FC236}">
                <a16:creationId xmlns:a16="http://schemas.microsoft.com/office/drawing/2014/main" id="{C0CBF3A9-3457-4965-93D2-215AEC3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15250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iority 3 badge-text">
            <a:extLst xmlns:a="http://schemas.openxmlformats.org/drawingml/2006/main">
              <a:ext uri="{FF2B5EF4-FFF2-40B4-BE49-F238E27FC236}">
                <a16:creationId xmlns:a16="http://schemas.microsoft.com/office/drawing/2014/main" id="{10301414-4312-457C-8C76-5C61B14F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343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20" name="Priority 3 title">
            <a:extLst xmlns:a="http://schemas.openxmlformats.org/drawingml/2006/main">
              <a:ext uri="{FF2B5EF4-FFF2-40B4-BE49-F238E27FC236}">
                <a16:creationId xmlns:a16="http://schemas.microsoft.com/office/drawing/2014/main" id="{F43AA4F6-1C01-4B6D-A2FD-ED7D4503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572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저장 확신</a:t>
            </a:r>
          </a:p>
        </p:txBody>
      </p:sp>
      <p:sp>
        <p:nvSpPr>
          <p:cNvPr id="21" name="Priority 3 detail">
            <a:extLst xmlns:a="http://schemas.openxmlformats.org/drawingml/2006/main">
              <a:ext uri="{FF2B5EF4-FFF2-40B4-BE49-F238E27FC236}">
                <a16:creationId xmlns:a16="http://schemas.microsoft.com/office/drawing/2014/main" id="{BB4E1DB3-BD72-43FD-A776-3B2B6210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1343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가벼운 저장 완료 피드백 + 즉시 실행 취소</a:t>
            </a:r>
          </a:p>
        </p:txBody>
      </p:sp>
      <p:sp>
        <p:nvSpPr>
          <p:cNvPr id="22" name="Priority 4 card">
            <a:extLst xmlns:a="http://schemas.openxmlformats.org/drawingml/2006/main">
              <a:ext uri="{FF2B5EF4-FFF2-40B4-BE49-F238E27FC236}">
                <a16:creationId xmlns:a16="http://schemas.microsoft.com/office/drawing/2014/main" id="{3034AF57-951E-4D91-9A97-6931A11B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91625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23" name="Priority 4 badge-bg">
            <a:extLst xmlns:a="http://schemas.openxmlformats.org/drawingml/2006/main">
              <a:ext uri="{FF2B5EF4-FFF2-40B4-BE49-F238E27FC236}">
                <a16:creationId xmlns:a16="http://schemas.microsoft.com/office/drawing/2014/main" id="{3F228281-1F60-442C-95B6-38E187D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67875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6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iority 4 badge-text">
            <a:extLst xmlns:a="http://schemas.openxmlformats.org/drawingml/2006/main">
              <a:ext uri="{FF2B5EF4-FFF2-40B4-BE49-F238E27FC236}">
                <a16:creationId xmlns:a16="http://schemas.microsoft.com/office/drawing/2014/main" id="{7AF2E831-C2C7-4F07-AA76-3F8D230F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869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5" name="Priority 4 title">
            <a:extLst xmlns:a="http://schemas.openxmlformats.org/drawingml/2006/main">
              <a:ext uri="{FF2B5EF4-FFF2-40B4-BE49-F238E27FC236}">
                <a16:creationId xmlns:a16="http://schemas.microsoft.com/office/drawing/2014/main" id="{F41964F9-39BC-4803-9A27-ACB7CCD5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525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안내문 다이어트</a:t>
            </a:r>
          </a:p>
        </p:txBody>
      </p:sp>
      <p:sp>
        <p:nvSpPr>
          <p:cNvPr id="26" name="Priority 4 detail">
            <a:extLst xmlns:a="http://schemas.openxmlformats.org/drawingml/2006/main">
              <a:ext uri="{FF2B5EF4-FFF2-40B4-BE49-F238E27FC236}">
                <a16:creationId xmlns:a16="http://schemas.microsoft.com/office/drawing/2014/main" id="{85D450D8-F155-48A0-B8F0-B4844AF5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0869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긴 설명은 첫 사용 힌트와 상황별 안내로 분리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6A902FF6-BC70-4D82-BF0C-4B7BDB7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20777532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Header">
            <a:extLst xmlns:a="http://schemas.openxmlformats.org/drawingml/2006/main">
              <a:ext uri="{FF2B5EF4-FFF2-40B4-BE49-F238E27FC236}">
                <a16:creationId xmlns:a16="http://schemas.microsoft.com/office/drawing/2014/main" id="{B9B0E320-EF8C-4DD1-844B-4C13AC70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· UX AUDIT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41E0B61-9407-4A06-80B2-78C9936D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10/10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8F87F68C-032A-460B-B899-C30BDF68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43df14a504dd6"/>
          <a:stretch xmlns:a="http://schemas.openxmlformats.org/drawingml/2006/main"/>
        </p:blipFill>
        <p:spPr>
          <a:xfrm xmlns:a="http://schemas.openxmlformats.org/drawingml/2006/main">
            <a:off x="609600" y="1352550"/>
            <a:ext cx="1104900" cy="110490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sp>
        <p:nvSpPr>
          <p:cNvPr id="5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B060809F-8736-4029-9C4C-33F27F68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66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praylist</a:t>
            </a:r>
          </a:p>
        </p:txBody>
      </p:sp>
      <p:sp>
        <p:nvSpPr>
          <p:cNvPr id="6" name="Series meta">
            <a:extLst xmlns:a="http://schemas.openxmlformats.org/drawingml/2006/main">
              <a:ext uri="{FF2B5EF4-FFF2-40B4-BE49-F238E27FC236}">
                <a16:creationId xmlns:a16="http://schemas.microsoft.com/office/drawing/2014/main" id="{C2F67BBC-8507-4078-8C29-497B8AC3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UX AUDIT · 2026</a:t>
            </a:r>
          </a:p>
        </p:txBody>
      </p:sp>
      <p:sp>
        <p:nvSpPr>
          <p:cNvPr id="7" name="Closing title dark">
            <a:extLst xmlns:a="http://schemas.openxmlformats.org/drawingml/2006/main">
              <a:ext uri="{FF2B5EF4-FFF2-40B4-BE49-F238E27FC236}">
                <a16:creationId xmlns:a16="http://schemas.microsoft.com/office/drawing/2014/main" id="{CF177D60-821E-4C1B-AB7C-52BE764C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예쁜 노트는</a:t>
            </a:r>
          </a:p>
          <a:p xmlns:a="http://schemas.openxmlformats.org/drawingml/2006/main">
            <a:pPr algn="l">
              <a:def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이미 됐다.</a:t>
            </a:r>
          </a:p>
        </p:txBody>
      </p:sp>
      <p:sp>
        <p:nvSpPr>
          <p:cNvPr id="8" name="Closing title green">
            <a:extLst xmlns:a="http://schemas.openxmlformats.org/drawingml/2006/main">
              <a:ext uri="{FF2B5EF4-FFF2-40B4-BE49-F238E27FC236}">
                <a16:creationId xmlns:a16="http://schemas.microsoft.com/office/drawing/2014/main" id="{C77978C3-76E7-4428-884C-E6020974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이제 길 잃지 않는</a:t>
            </a:r>
          </a:p>
          <a:p xmlns:a="http://schemas.openxmlformats.org/drawingml/2006/main">
            <a:pPr algn="l">
              <a:def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제품으로.</a:t>
            </a:r>
          </a:p>
        </p:txBody>
      </p:sp>
      <p:sp>
        <p:nvSpPr>
          <p:cNvPr id="9" name="CTA card">
            <a:extLst xmlns:a="http://schemas.openxmlformats.org/drawingml/2006/main">
              <a:ext uri="{FF2B5EF4-FFF2-40B4-BE49-F238E27FC236}">
                <a16:creationId xmlns:a16="http://schemas.microsoft.com/office/drawing/2014/main" id="{FD20A7C7-55A1-44E4-9305-4B081E34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90678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TA question">
            <a:extLst xmlns:a="http://schemas.openxmlformats.org/drawingml/2006/main">
              <a:ext uri="{FF2B5EF4-FFF2-40B4-BE49-F238E27FC236}">
                <a16:creationId xmlns:a16="http://schemas.microsoft.com/office/drawing/2014/main" id="{3443760E-20CE-423C-A85A-78FB5A3B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343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당신이라면 무엇부터 고칠까요?</a:t>
            </a:r>
          </a:p>
        </p:txBody>
      </p:sp>
      <p:sp>
        <p:nvSpPr>
          <p:cNvPr id="11" name="CTA options">
            <a:extLst xmlns:a="http://schemas.openxmlformats.org/drawingml/2006/main">
              <a:ext uri="{FF2B5EF4-FFF2-40B4-BE49-F238E27FC236}">
                <a16:creationId xmlns:a16="http://schemas.microsoft.com/office/drawing/2014/main" id="{4007634E-9285-4B1E-95C3-8590CFC9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059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언어 · 탐색 · 저장 확신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F6AFA58-0A72-40FD-99ED-BD1B57BF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7921725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Header">
            <a:extLst xmlns:a="http://schemas.openxmlformats.org/drawingml/2006/main">
              <a:ext uri="{FF2B5EF4-FFF2-40B4-BE49-F238E27FC236}">
                <a16:creationId xmlns:a16="http://schemas.microsoft.com/office/drawing/2014/main" id="{1C952785-9821-4394-9399-BFC0DDA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9389879A-8381-41DE-8790-4E46CA8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T01/10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3B0C46C7-5C34-4BEB-B030-E7FF0B13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udit pill-bg">
            <a:extLst xmlns:a="http://schemas.openxmlformats.org/drawingml/2006/main">
              <a:ext uri="{FF2B5EF4-FFF2-40B4-BE49-F238E27FC236}">
                <a16:creationId xmlns:a16="http://schemas.microsoft.com/office/drawing/2014/main" id="{4098FF87-4562-4475-A60E-300D1FD6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0383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udit pill-text">
            <a:extLst xmlns:a="http://schemas.openxmlformats.org/drawingml/2006/main">
              <a:ext uri="{FF2B5EF4-FFF2-40B4-BE49-F238E27FC236}">
                <a16:creationId xmlns:a16="http://schemas.microsoft.com/office/drawing/2014/main" id="{0AA74B11-898E-4B89-91B8-8E938CB0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[시리즈 라벨]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991E88C5-4B17-4915-99E0-3B6D85E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476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[메인 제목을</a:t>
            </a:r>
          </a:p>
          <a:p xmlns:a="http://schemas.openxmlformats.org/drawingml/2006/main">
            <a:pPr algn="l">
              <a:def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입력하세요]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384A5C1-CCEE-400A-A2C4-60A64C8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[부제목 또는 핵심 요약]</a:t>
            </a:r>
          </a:p>
        </p:txBody>
      </p:sp>
      <p:sp>
        <p:nvSpPr>
          <p:cNvPr id="8" name="Hero screenshot-shadow">
            <a:extLst xmlns:a="http://schemas.openxmlformats.org/drawingml/2006/main">
              <a:ext uri="{FF2B5EF4-FFF2-40B4-BE49-F238E27FC236}">
                <a16:creationId xmlns:a16="http://schemas.microsoft.com/office/drawing/2014/main" id="{D86A3082-F94D-4561-9F85-D3C82C01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90675"/>
            <a:ext cx="3524250" cy="70866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137e9b0854877"/>
          <a:srcRect xmlns:a="http://schemas.openxmlformats.org/drawingml/2006/main" l="0" t="3751" r="0" b="3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476375"/>
            <a:ext cx="3524250" cy="7086600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10" name="Hero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4EB3B7B0-A1BE-454F-A054-E5A64511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28775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ero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7013A4FF-CCCA-4EF9-BFFE-15A0AE5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4782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2" name="Quote card">
            <a:extLst xmlns:a="http://schemas.openxmlformats.org/drawingml/2006/main">
              <a:ext uri="{FF2B5EF4-FFF2-40B4-BE49-F238E27FC236}">
                <a16:creationId xmlns:a16="http://schemas.microsoft.com/office/drawing/2014/main" id="{10959EB2-1822-4A6E-9874-C3DA2182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5143500" cy="3171825"/>
          </a:xfrm>
          <a:prstGeom xmlns:a="http://schemas.openxmlformats.org/drawingml/2006/main" prst="roundRect">
            <a:avLst>
              <a:gd name="adj" fmla="val 4805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uote">
            <a:extLst xmlns:a="http://schemas.openxmlformats.org/drawingml/2006/main">
              <a:ext uri="{FF2B5EF4-FFF2-40B4-BE49-F238E27FC236}">
                <a16:creationId xmlns:a16="http://schemas.microsoft.com/office/drawing/2014/main" id="{FEF6EB5B-57F1-44D5-86CE-4F1AE50A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20050"/>
            <a:ext cx="438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[핵심 문장을</a:t>
            </a:r>
          </a:p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입력하세요]</a:t>
            </a:r>
          </a:p>
        </p:txBody>
      </p:sp>
      <p:sp>
        <p:nvSpPr>
          <p:cNvPr id="14" name="Evidence line">
            <a:extLst xmlns:a="http://schemas.openxmlformats.org/drawingml/2006/main">
              <a:ext uri="{FF2B5EF4-FFF2-40B4-BE49-F238E27FC236}">
                <a16:creationId xmlns:a16="http://schemas.microsoft.com/office/drawing/2014/main" id="{0B8B47A4-EC75-40D7-84D4-CD18658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7631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[판정 기준 또는 근거]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3971E6C-31B3-42E8-8137-6D551743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5606236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">
            <a:extLst xmlns:a="http://schemas.openxmlformats.org/drawingml/2006/main">
              <a:ext uri="{FF2B5EF4-FFF2-40B4-BE49-F238E27FC236}">
                <a16:creationId xmlns:a16="http://schemas.microsoft.com/office/drawing/2014/main" id="{82928184-B0C7-4896-8874-4384AB44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CA515D2-B48E-44C5-B725-2135A456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T02/10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1CDCD62D-62C4-46E9-9446-B823C5A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erdict pill-bg">
            <a:extLst xmlns:a="http://schemas.openxmlformats.org/drawingml/2006/main">
              <a:ext uri="{FF2B5EF4-FFF2-40B4-BE49-F238E27FC236}">
                <a16:creationId xmlns:a16="http://schemas.microsoft.com/office/drawing/2014/main" id="{1A9C98E4-4172-4D32-B2FA-C8432DE6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dict pill-text">
            <a:extLst xmlns:a="http://schemas.openxmlformats.org/drawingml/2006/main">
              <a:ext uri="{FF2B5EF4-FFF2-40B4-BE49-F238E27FC236}">
                <a16:creationId xmlns:a16="http://schemas.microsoft.com/office/drawing/2014/main" id="{9DA6F974-B9DC-4371-940D-3E0C071A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[섹션 라벨]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F1699926-DA84-4329-9157-314E890D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[한 줄 총평을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입력하세요]</a:t>
            </a:r>
          </a:p>
        </p:txBody>
      </p:sp>
      <p:sp>
        <p:nvSpPr>
          <p:cNvPr id="7" name="Good card">
            <a:extLst xmlns:a="http://schemas.openxmlformats.org/drawingml/2006/main">
              <a:ext uri="{FF2B5EF4-FFF2-40B4-BE49-F238E27FC236}">
                <a16:creationId xmlns:a16="http://schemas.microsoft.com/office/drawing/2014/main" id="{B9F56C97-ACA0-47B6-84C9-DB5F845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90678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DC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od label-bg">
            <a:extLst xmlns:a="http://schemas.openxmlformats.org/drawingml/2006/main">
              <a:ext uri="{FF2B5EF4-FFF2-40B4-BE49-F238E27FC236}">
                <a16:creationId xmlns:a16="http://schemas.microsoft.com/office/drawing/2014/main" id="{94756297-F3E7-436E-BCC6-1590FCD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2192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ood label-text">
            <a:extLst xmlns:a="http://schemas.openxmlformats.org/drawingml/2006/main">
              <a:ext uri="{FF2B5EF4-FFF2-40B4-BE49-F238E27FC236}">
                <a16:creationId xmlns:a16="http://schemas.microsoft.com/office/drawing/2014/main" id="{D33FCF6D-12DC-49D6-ABA9-3B12B697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[강점]</a:t>
            </a:r>
          </a:p>
        </p:txBody>
      </p:sp>
      <p:sp>
        <p:nvSpPr>
          <p:cNvPr id="10" name="Good headline">
            <a:extLst xmlns:a="http://schemas.openxmlformats.org/drawingml/2006/main">
              <a:ext uri="{FF2B5EF4-FFF2-40B4-BE49-F238E27FC236}">
                <a16:creationId xmlns:a16="http://schemas.microsoft.com/office/drawing/2014/main" id="{BF8F713E-CFF5-47A5-8458-D3C27BC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[잘한 점을 한 문장으로]</a:t>
            </a:r>
          </a:p>
        </p:txBody>
      </p:sp>
      <p:sp>
        <p:nvSpPr>
          <p:cNvPr id="11" name="Good detail">
            <a:extLst xmlns:a="http://schemas.openxmlformats.org/drawingml/2006/main">
              <a:ext uri="{FF2B5EF4-FFF2-40B4-BE49-F238E27FC236}">
                <a16:creationId xmlns:a16="http://schemas.microsoft.com/office/drawing/2014/main" id="{CA0D6332-F450-46C4-8944-1A68041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[근거와 사용자 효과를 입력하세요]</a:t>
            </a:r>
          </a:p>
        </p:txBody>
      </p:sp>
      <p:sp>
        <p:nvSpPr>
          <p:cNvPr id="12" name="Bad card">
            <a:extLst xmlns:a="http://schemas.openxmlformats.org/drawingml/2006/main">
              <a:ext uri="{FF2B5EF4-FFF2-40B4-BE49-F238E27FC236}">
                <a16:creationId xmlns:a16="http://schemas.microsoft.com/office/drawing/2014/main" id="{6AD70639-DD09-46AB-A184-47375ED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05600"/>
            <a:ext cx="906780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d label-bg">
            <a:extLst xmlns:a="http://schemas.openxmlformats.org/drawingml/2006/main">
              <a:ext uri="{FF2B5EF4-FFF2-40B4-BE49-F238E27FC236}">
                <a16:creationId xmlns:a16="http://schemas.microsoft.com/office/drawing/2014/main" id="{59B43756-7F4A-4964-AD2D-1B027E7B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12192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d label-text">
            <a:extLst xmlns:a="http://schemas.openxmlformats.org/drawingml/2006/main">
              <a:ext uri="{FF2B5EF4-FFF2-40B4-BE49-F238E27FC236}">
                <a16:creationId xmlns:a16="http://schemas.microsoft.com/office/drawing/2014/main" id="{40E98A54-44F2-40EE-90DA-64DAA505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6755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[약점]</a:t>
            </a:r>
          </a:p>
        </p:txBody>
      </p:sp>
      <p:sp>
        <p:nvSpPr>
          <p:cNvPr id="15" name="Bad headline">
            <a:extLst xmlns:a="http://schemas.openxmlformats.org/drawingml/2006/main">
              <a:ext uri="{FF2B5EF4-FFF2-40B4-BE49-F238E27FC236}">
                <a16:creationId xmlns:a16="http://schemas.microsoft.com/office/drawing/2014/main" id="{642B8D52-C94E-405F-97EE-1B89AF0A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962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[못한 점을 한 문장으로]</a:t>
            </a:r>
          </a:p>
        </p:txBody>
      </p:sp>
      <p:sp>
        <p:nvSpPr>
          <p:cNvPr id="16" name="Bad detail">
            <a:extLst xmlns:a="http://schemas.openxmlformats.org/drawingml/2006/main">
              <a:ext uri="{FF2B5EF4-FFF2-40B4-BE49-F238E27FC236}">
                <a16:creationId xmlns:a16="http://schemas.microsoft.com/office/drawing/2014/main" id="{3B0459B4-3FD4-4659-93E0-DB3D666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439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[근거와 사용자 비용을 입력하세요]</a:t>
            </a:r>
          </a:p>
        </p:txBody>
      </p:sp>
      <p:sp>
        <p:nvSpPr>
          <p:cNvPr id="17" name="Evidence card">
            <a:extLst xmlns:a="http://schemas.openxmlformats.org/drawingml/2006/main">
              <a:ext uri="{FF2B5EF4-FFF2-40B4-BE49-F238E27FC236}">
                <a16:creationId xmlns:a16="http://schemas.microsoft.com/office/drawing/2014/main" id="{FDAD00FC-2469-42B2-A741-8F46808F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86875"/>
            <a:ext cx="90678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8" name="Evidence">
            <a:extLst xmlns:a="http://schemas.openxmlformats.org/drawingml/2006/main">
              <a:ext uri="{FF2B5EF4-FFF2-40B4-BE49-F238E27FC236}">
                <a16:creationId xmlns:a16="http://schemas.microsoft.com/office/drawing/2014/main" id="{DB7E7D6B-9E4E-4ADD-BD30-1306D8E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8001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근거: [검토한 화면과 플로우]</a:t>
            </a:r>
          </a:p>
          <a:p xmlns:a="http://schemas.openxmlformats.org/drawingml/2006/main">
            <a:pPr algn="l">
              <a:def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제외: [이번 평가에서 다루지 않은 데이터]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4143866A-7BFD-48B5-9692-DB678907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0407517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">
            <a:extLst xmlns:a="http://schemas.openxmlformats.org/drawingml/2006/main">
              <a:ext uri="{FF2B5EF4-FFF2-40B4-BE49-F238E27FC236}">
                <a16:creationId xmlns:a16="http://schemas.microsoft.com/office/drawing/2014/main" id="{E15B0A3E-6A0D-4D28-B0D1-7B296B1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0195D70B-A81D-4ACD-A704-E08124A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T03/10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F24312CB-D0C0-475C-8A60-AC2BCEA5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od section-index">
            <a:extLst xmlns:a="http://schemas.openxmlformats.org/drawingml/2006/main">
              <a:ext uri="{FF2B5EF4-FFF2-40B4-BE49-F238E27FC236}">
                <a16:creationId xmlns:a16="http://schemas.microsoft.com/office/drawing/2014/main" id="{5113AAFE-B8B4-4324-93BF-37A22472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[GOOD 01]</a:t>
            </a:r>
          </a:p>
        </p:txBody>
      </p:sp>
      <p:sp>
        <p:nvSpPr>
          <p:cNvPr id="5" name="Good section-label">
            <a:extLst xmlns:a="http://schemas.openxmlformats.org/drawingml/2006/main">
              <a:ext uri="{FF2B5EF4-FFF2-40B4-BE49-F238E27FC236}">
                <a16:creationId xmlns:a16="http://schemas.microsoft.com/office/drawing/2014/main" id="{4DF225D8-D9A0-42DD-9FA3-27468E0B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[DIRECT ENTRY]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31E9ECB0-0BB7-4AE1-82D6-BC7FE04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[좋았던 UX를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두 줄로 요약]</a:t>
            </a:r>
          </a:p>
        </p:txBody>
      </p:sp>
      <p:sp>
        <p:nvSpPr>
          <p:cNvPr id="7" name="Bullet 1-dot">
            <a:extLst xmlns:a="http://schemas.openxmlformats.org/drawingml/2006/main">
              <a:ext uri="{FF2B5EF4-FFF2-40B4-BE49-F238E27FC236}">
                <a16:creationId xmlns:a16="http://schemas.microsoft.com/office/drawing/2014/main" id="{096C2E64-4308-42CA-BFB4-29FE9E5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 1-text">
            <a:extLst xmlns:a="http://schemas.openxmlformats.org/drawingml/2006/main">
              <a:ext uri="{FF2B5EF4-FFF2-40B4-BE49-F238E27FC236}">
                <a16:creationId xmlns:a16="http://schemas.microsoft.com/office/drawing/2014/main" id="{D3865ED0-EAC0-4D06-91C5-0352EDDE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[근거 1]</a:t>
            </a:r>
          </a:p>
        </p:txBody>
      </p:sp>
      <p:sp>
        <p:nvSpPr>
          <p:cNvPr id="9" name="Bullet 2-dot">
            <a:extLst xmlns:a="http://schemas.openxmlformats.org/drawingml/2006/main">
              <a:ext uri="{FF2B5EF4-FFF2-40B4-BE49-F238E27FC236}">
                <a16:creationId xmlns:a16="http://schemas.microsoft.com/office/drawing/2014/main" id="{A1B150B6-710D-4EDF-A345-A004359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 2-text">
            <a:extLst xmlns:a="http://schemas.openxmlformats.org/drawingml/2006/main">
              <a:ext uri="{FF2B5EF4-FFF2-40B4-BE49-F238E27FC236}">
                <a16:creationId xmlns:a16="http://schemas.microsoft.com/office/drawing/2014/main" id="{0F812833-2410-483C-BF92-D35002E7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[근거 2]</a:t>
            </a:r>
          </a:p>
        </p:txBody>
      </p:sp>
      <p:sp>
        <p:nvSpPr>
          <p:cNvPr id="11" name="Bullet 3-dot">
            <a:extLst xmlns:a="http://schemas.openxmlformats.org/drawingml/2006/main">
              <a:ext uri="{FF2B5EF4-FFF2-40B4-BE49-F238E27FC236}">
                <a16:creationId xmlns:a16="http://schemas.microsoft.com/office/drawing/2014/main" id="{DC33EE28-11E7-4DA2-AB21-15B99648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 3-text">
            <a:extLst xmlns:a="http://schemas.openxmlformats.org/drawingml/2006/main">
              <a:ext uri="{FF2B5EF4-FFF2-40B4-BE49-F238E27FC236}">
                <a16:creationId xmlns:a16="http://schemas.microsoft.com/office/drawing/2014/main" id="{F11698CC-F2C0-4B61-88B7-D265B902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[근거 3]</a:t>
            </a:r>
          </a:p>
        </p:txBody>
      </p:sp>
      <p:sp>
        <p:nvSpPr>
          <p:cNvPr id="13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749024B7-A49A-424C-B37C-FE204805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669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b43d3a4e0436e"/>
          <a:srcRect xmlns:a="http://schemas.openxmlformats.org/drawingml/2006/main" l="0" t="400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25" y="19526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5" name="Evidence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90B6CBFA-6654-4552-B4B0-7AB61C3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05025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idence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160FE123-71F7-4698-A6D1-D35157D9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2407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7" name="Verdict card">
            <a:extLst xmlns:a="http://schemas.openxmlformats.org/drawingml/2006/main">
              <a:ext uri="{FF2B5EF4-FFF2-40B4-BE49-F238E27FC236}">
                <a16:creationId xmlns:a16="http://schemas.microsoft.com/office/drawing/2014/main" id="{665FEDE0-0DE5-419D-B65B-6CE37C3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45720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erdict label">
            <a:extLst xmlns:a="http://schemas.openxmlformats.org/drawingml/2006/main">
              <a:ext uri="{FF2B5EF4-FFF2-40B4-BE49-F238E27FC236}">
                <a16:creationId xmlns:a16="http://schemas.microsoft.com/office/drawing/2014/main" id="{594BD252-BCAE-4CA5-BEF5-2434BD4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343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[판정 라벨]</a:t>
            </a:r>
          </a:p>
        </p:txBody>
      </p:sp>
      <p:sp>
        <p:nvSpPr>
          <p:cNvPr id="19" name="Verdict">
            <a:extLst xmlns:a="http://schemas.openxmlformats.org/drawingml/2006/main">
              <a:ext uri="{FF2B5EF4-FFF2-40B4-BE49-F238E27FC236}">
                <a16:creationId xmlns:a16="http://schemas.microsoft.com/office/drawing/2014/main" id="{3C37E4C6-162E-43B1-9A1A-0FDE8A9F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058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[판정 문장을 입력하세요]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5E019955-A4B0-4F55-A653-C06A0E14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711412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">
            <a:extLst xmlns:a="http://schemas.openxmlformats.org/drawingml/2006/main">
              <a:ext uri="{FF2B5EF4-FFF2-40B4-BE49-F238E27FC236}">
                <a16:creationId xmlns:a16="http://schemas.microsoft.com/office/drawing/2014/main" id="{37D9FFE8-900C-4A3A-9783-75F9DF7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E8195214-CF0B-481E-96C2-EFBB8E9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T04/10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EFCB2CF5-FA2C-459C-9538-8F38D96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od section-index">
            <a:extLst xmlns:a="http://schemas.openxmlformats.org/drawingml/2006/main">
              <a:ext uri="{FF2B5EF4-FFF2-40B4-BE49-F238E27FC236}">
                <a16:creationId xmlns:a16="http://schemas.microsoft.com/office/drawing/2014/main" id="{30817717-2B43-48A8-AAC3-5D0554DD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[GOOD 02]</a:t>
            </a:r>
          </a:p>
        </p:txBody>
      </p:sp>
      <p:sp>
        <p:nvSpPr>
          <p:cNvPr id="5" name="Good section-label">
            <a:extLst xmlns:a="http://schemas.openxmlformats.org/drawingml/2006/main">
              <a:ext uri="{FF2B5EF4-FFF2-40B4-BE49-F238E27FC236}">
                <a16:creationId xmlns:a16="http://schemas.microsoft.com/office/drawing/2014/main" id="{96F2D8BF-8A67-4E2F-9B91-7CC0CCB3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[FOCUS]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71FA87C2-1073-434A-8E15-5D8C31CF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[집중 경험을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두 줄로 요약]</a:t>
            </a:r>
          </a:p>
        </p:txBody>
      </p:sp>
      <p:sp>
        <p:nvSpPr>
          <p:cNvPr id="7" name="Bullet 1-dot">
            <a:extLst xmlns:a="http://schemas.openxmlformats.org/drawingml/2006/main">
              <a:ext uri="{FF2B5EF4-FFF2-40B4-BE49-F238E27FC236}">
                <a16:creationId xmlns:a16="http://schemas.microsoft.com/office/drawing/2014/main" id="{706E2F78-3EA5-4064-8EF2-0931B80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 1-text">
            <a:extLst xmlns:a="http://schemas.openxmlformats.org/drawingml/2006/main">
              <a:ext uri="{FF2B5EF4-FFF2-40B4-BE49-F238E27FC236}">
                <a16:creationId xmlns:a16="http://schemas.microsoft.com/office/drawing/2014/main" id="{73308DEB-353F-4F07-8C68-ADBA14B5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[근거 1]</a:t>
            </a:r>
          </a:p>
        </p:txBody>
      </p:sp>
      <p:sp>
        <p:nvSpPr>
          <p:cNvPr id="9" name="Bullet 2-dot">
            <a:extLst xmlns:a="http://schemas.openxmlformats.org/drawingml/2006/main">
              <a:ext uri="{FF2B5EF4-FFF2-40B4-BE49-F238E27FC236}">
                <a16:creationId xmlns:a16="http://schemas.microsoft.com/office/drawing/2014/main" id="{A834E194-08F4-4812-901F-B588FFB3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 2-text">
            <a:extLst xmlns:a="http://schemas.openxmlformats.org/drawingml/2006/main">
              <a:ext uri="{FF2B5EF4-FFF2-40B4-BE49-F238E27FC236}">
                <a16:creationId xmlns:a16="http://schemas.microsoft.com/office/drawing/2014/main" id="{F51D7B9A-F34A-4E27-8219-9FCD507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[근거 2]</a:t>
            </a:r>
          </a:p>
        </p:txBody>
      </p:sp>
      <p:sp>
        <p:nvSpPr>
          <p:cNvPr id="11" name="Bullet 3-dot">
            <a:extLst xmlns:a="http://schemas.openxmlformats.org/drawingml/2006/main">
              <a:ext uri="{FF2B5EF4-FFF2-40B4-BE49-F238E27FC236}">
                <a16:creationId xmlns:a16="http://schemas.microsoft.com/office/drawing/2014/main" id="{C8717A4D-341A-46FC-9FF5-14047DD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 3-text">
            <a:extLst xmlns:a="http://schemas.openxmlformats.org/drawingml/2006/main">
              <a:ext uri="{FF2B5EF4-FFF2-40B4-BE49-F238E27FC236}">
                <a16:creationId xmlns:a16="http://schemas.microsoft.com/office/drawing/2014/main" id="{CEE5C719-3A43-49D8-8DBF-83775D56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[근거 3]</a:t>
            </a:r>
          </a:p>
        </p:txBody>
      </p:sp>
      <p:sp>
        <p:nvSpPr>
          <p:cNvPr id="13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E6A7E14E-6BCC-45EE-BE0A-CF2D0D68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669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305e19f804c7a"/>
          <a:srcRect xmlns:a="http://schemas.openxmlformats.org/drawingml/2006/main" l="0" t="400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2125" y="19526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5" name="Evidence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704C42D0-E7AA-4B9D-8443-955C3EDE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05025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idence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88F62645-555A-4315-A803-78BD4110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2407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7" name="Verdict card">
            <a:extLst xmlns:a="http://schemas.openxmlformats.org/drawingml/2006/main">
              <a:ext uri="{FF2B5EF4-FFF2-40B4-BE49-F238E27FC236}">
                <a16:creationId xmlns:a16="http://schemas.microsoft.com/office/drawing/2014/main" id="{491C55B2-1E7F-41D3-8544-74199547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45720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erdict label">
            <a:extLst xmlns:a="http://schemas.openxmlformats.org/drawingml/2006/main">
              <a:ext uri="{FF2B5EF4-FFF2-40B4-BE49-F238E27FC236}">
                <a16:creationId xmlns:a16="http://schemas.microsoft.com/office/drawing/2014/main" id="{425148E6-AD2C-45B5-A1C8-47CF8EC4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343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[판정 라벨]</a:t>
            </a:r>
          </a:p>
        </p:txBody>
      </p:sp>
      <p:sp>
        <p:nvSpPr>
          <p:cNvPr id="19" name="Verdict">
            <a:extLst xmlns:a="http://schemas.openxmlformats.org/drawingml/2006/main">
              <a:ext uri="{FF2B5EF4-FFF2-40B4-BE49-F238E27FC236}">
                <a16:creationId xmlns:a16="http://schemas.microsoft.com/office/drawing/2014/main" id="{EF3ABE14-D2A2-4F8B-AAD5-7E8AA00B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058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[판정 문장을 입력하세요]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100876C5-9589-424C-90FF-D3A7CDDA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1509630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">
            <a:extLst xmlns:a="http://schemas.openxmlformats.org/drawingml/2006/main">
              <a:ext uri="{FF2B5EF4-FFF2-40B4-BE49-F238E27FC236}">
                <a16:creationId xmlns:a16="http://schemas.microsoft.com/office/drawing/2014/main" id="{B6FF4847-CFCB-4481-AF8D-061F6532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14A42AC4-1BE5-4509-A7B4-CF2E994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T05/10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2459E03E-CFC4-48B2-B2B6-52CA2BEE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od section-index">
            <a:extLst xmlns:a="http://schemas.openxmlformats.org/drawingml/2006/main">
              <a:ext uri="{FF2B5EF4-FFF2-40B4-BE49-F238E27FC236}">
                <a16:creationId xmlns:a16="http://schemas.microsoft.com/office/drawing/2014/main" id="{DE48DAA6-B804-438B-84ED-5BA0FBE0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[GOOD 03]</a:t>
            </a:r>
          </a:p>
        </p:txBody>
      </p:sp>
      <p:sp>
        <p:nvSpPr>
          <p:cNvPr id="5" name="Good section-label">
            <a:extLst xmlns:a="http://schemas.openxmlformats.org/drawingml/2006/main">
              <a:ext uri="{FF2B5EF4-FFF2-40B4-BE49-F238E27FC236}">
                <a16:creationId xmlns:a16="http://schemas.microsoft.com/office/drawing/2014/main" id="{9077A61B-4C1A-4B6C-AACF-796E4A45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[MEANINGFUL HISTORY]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D0E8AFB2-912F-4F63-8CFE-D7DC78E6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[가치 있는 기록을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두 줄로 요약]</a:t>
            </a:r>
          </a:p>
        </p:txBody>
      </p:sp>
      <p:sp>
        <p:nvSpPr>
          <p:cNvPr id="7" name="Left screenshot-shadow">
            <a:extLst xmlns:a="http://schemas.openxmlformats.org/drawingml/2006/main">
              <a:ext uri="{FF2B5EF4-FFF2-40B4-BE49-F238E27FC236}">
                <a16:creationId xmlns:a16="http://schemas.microsoft.com/office/drawing/2014/main" id="{B7594DCD-C49E-4DE9-A8AA-3BA4E902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100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a8687547d40f2"/>
          <a:srcRect xmlns:a="http://schemas.openxmlformats.org/drawingml/2006/main" l="0" t="12207" r="0" b="12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0957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</p:spPr>
      </p:pic>
      <p:sp>
        <p:nvSpPr>
          <p:cNvPr id="9" name="Left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14112014-6BAE-425E-ADC7-6691AB45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ft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218F7998-CBD1-4316-9F94-0FB0A7FB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1" name="Right screenshot-shadow">
            <a:extLst xmlns:a="http://schemas.openxmlformats.org/drawingml/2006/main">
              <a:ext uri="{FF2B5EF4-FFF2-40B4-BE49-F238E27FC236}">
                <a16:creationId xmlns:a16="http://schemas.microsoft.com/office/drawing/2014/main" id="{5A3CE90E-8CD3-4B18-988E-9813B07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100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48396b2e44262"/>
          <a:srcRect xmlns:a="http://schemas.openxmlformats.org/drawingml/2006/main" l="0" t="12207" r="0" b="12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4095750"/>
            <a:ext cx="4057650" cy="6667500"/>
          </a:xfrm>
          <a:prstGeom xmlns:a="http://schemas.openxmlformats.org/drawingml/2006/main" prst="roundRect">
            <a:avLst>
              <a:gd name="adj" fmla="val 3756"/>
            </a:avLst>
          </a:prstGeom>
        </p:spPr>
      </p:pic>
      <p:sp>
        <p:nvSpPr>
          <p:cNvPr id="13" name="Right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3D9067A2-5A8B-4EE6-A59C-B661A297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2481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ght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D79F639B-3B0D-4CE7-AFE0-58C30B0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2672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5" name="Meaning card">
            <a:extLst xmlns:a="http://schemas.openxmlformats.org/drawingml/2006/main">
              <a:ext uri="{FF2B5EF4-FFF2-40B4-BE49-F238E27FC236}">
                <a16:creationId xmlns:a16="http://schemas.microsoft.com/office/drawing/2014/main" id="{D62DF4E1-7DE2-4621-BD7E-F5C74CE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96250"/>
            <a:ext cx="68580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aning label">
            <a:extLst xmlns:a="http://schemas.openxmlformats.org/drawingml/2006/main">
              <a:ext uri="{FF2B5EF4-FFF2-40B4-BE49-F238E27FC236}">
                <a16:creationId xmlns:a16="http://schemas.microsoft.com/office/drawing/2014/main" id="{137154A0-0440-4F1B-B0C7-B1FE11A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5153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[변화 라벨]</a:t>
            </a:r>
          </a:p>
        </p:txBody>
      </p:sp>
      <p:sp>
        <p:nvSpPr>
          <p:cNvPr id="17" name="Meaning">
            <a:extLst xmlns:a="http://schemas.openxmlformats.org/drawingml/2006/main">
              <a:ext uri="{FF2B5EF4-FFF2-40B4-BE49-F238E27FC236}">
                <a16:creationId xmlns:a16="http://schemas.microsoft.com/office/drawing/2014/main" id="{4E8B853C-6233-4F23-A8EA-8AABD40E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1249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[기능이 만든 의미와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재방문 이유를 입력하세요]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EF3F2FA-6D29-46F2-B753-6D6C11F8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21204215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Header">
            <a:extLst xmlns:a="http://schemas.openxmlformats.org/drawingml/2006/main">
              <a:ext uri="{FF2B5EF4-FFF2-40B4-BE49-F238E27FC236}">
                <a16:creationId xmlns:a16="http://schemas.microsoft.com/office/drawing/2014/main" id="{C356FF46-5C69-45DA-B69F-1805A70C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87A879B1-1310-45A7-B6D8-246615C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T06/10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8C47F833-FD90-4EFD-840A-0CBAEB33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d section-index">
            <a:extLst xmlns:a="http://schemas.openxmlformats.org/drawingml/2006/main">
              <a:ext uri="{FF2B5EF4-FFF2-40B4-BE49-F238E27FC236}">
                <a16:creationId xmlns:a16="http://schemas.microsoft.com/office/drawing/2014/main" id="{568A04F1-3FB8-4076-8AB9-D192BA9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[BAD 01]</a:t>
            </a:r>
          </a:p>
        </p:txBody>
      </p:sp>
      <p:sp>
        <p:nvSpPr>
          <p:cNvPr id="5" name="Bad section-label">
            <a:extLst xmlns:a="http://schemas.openxmlformats.org/drawingml/2006/main">
              <a:ext uri="{FF2B5EF4-FFF2-40B4-BE49-F238E27FC236}">
                <a16:creationId xmlns:a16="http://schemas.microsoft.com/office/drawing/2014/main" id="{BA5DCC4D-EE09-4123-8640-C856929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[LOCALIZATION]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6715F12C-3929-47A9-886F-86A88F3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[일관성 문제를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두 줄로 요약]</a:t>
            </a:r>
          </a:p>
        </p:txBody>
      </p:sp>
      <p:sp>
        <p:nvSpPr>
          <p:cNvPr id="7" name="Example 1 card">
            <a:extLst xmlns:a="http://schemas.openxmlformats.org/drawingml/2006/main">
              <a:ext uri="{FF2B5EF4-FFF2-40B4-BE49-F238E27FC236}">
                <a16:creationId xmlns:a16="http://schemas.microsoft.com/office/drawing/2014/main" id="{A2FB3A5D-B1B9-4BC8-B249-F805FEF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724150" cy="4610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70bebbc9c4aed"/>
          <a:srcRect xmlns:a="http://schemas.openxmlformats.org/drawingml/2006/main" l="0" t="20744" r="0" b="20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4591050"/>
            <a:ext cx="2381250" cy="30289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9" name="Example 1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69EFA537-23ED-4722-A333-C015946E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ample 1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D885FEB6-DCA5-4A50-B945-871AB183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1" name="Example 1 label">
            <a:extLst xmlns:a="http://schemas.openxmlformats.org/drawingml/2006/main">
              <a:ext uri="{FF2B5EF4-FFF2-40B4-BE49-F238E27FC236}">
                <a16:creationId xmlns:a16="http://schemas.microsoft.com/office/drawing/2014/main" id="{97398A32-2F6F-49C4-85A5-C2D3B6D1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58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[화면 1]</a:t>
            </a:r>
          </a:p>
        </p:txBody>
      </p:sp>
      <p:sp>
        <p:nvSpPr>
          <p:cNvPr id="12" name="Example 1 issue box">
            <a:extLst xmlns:a="http://schemas.openxmlformats.org/drawingml/2006/main">
              <a:ext uri="{FF2B5EF4-FFF2-40B4-BE49-F238E27FC236}">
                <a16:creationId xmlns:a16="http://schemas.microsoft.com/office/drawing/2014/main" id="{E48A5916-8B86-4333-ADD1-331279A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48650"/>
            <a:ext cx="1695450" cy="476250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84C3F"/>
            </a:solidFill>
            <a:prstDash val="solid"/>
          </a:ln>
        </p:spPr>
      </p:sp>
      <p:sp>
        <p:nvSpPr>
          <p:cNvPr id="13" name="Example 1 issue">
            <a:extLst xmlns:a="http://schemas.openxmlformats.org/drawingml/2006/main">
              <a:ext uri="{FF2B5EF4-FFF2-40B4-BE49-F238E27FC236}">
                <a16:creationId xmlns:a16="http://schemas.microsoft.com/office/drawing/2014/main" id="{469E8A03-FDCD-4A0C-B1E4-65C29E44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867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[영문 버튼]</a:t>
            </a:r>
          </a:p>
        </p:txBody>
      </p:sp>
      <p:sp>
        <p:nvSpPr>
          <p:cNvPr id="14" name="Example 2 card">
            <a:extLst xmlns:a="http://schemas.openxmlformats.org/drawingml/2006/main">
              <a:ext uri="{FF2B5EF4-FFF2-40B4-BE49-F238E27FC236}">
                <a16:creationId xmlns:a16="http://schemas.microsoft.com/office/drawing/2014/main" id="{F922B15B-79F6-437E-8191-A2BEC48F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2724150" cy="4610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e07ad2e494a5d"/>
          <a:srcRect xmlns:a="http://schemas.openxmlformats.org/drawingml/2006/main" l="0" t="20744" r="0" b="20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0" y="4591050"/>
            <a:ext cx="2381250" cy="30289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6" name="Example 2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5475632E-EA55-4CBD-B6C0-7BA78D38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434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ample 2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85688779-4C9F-4EA9-84A9-00F1084F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8" name="Example 2 label">
            <a:extLst xmlns:a="http://schemas.openxmlformats.org/drawingml/2006/main">
              <a:ext uri="{FF2B5EF4-FFF2-40B4-BE49-F238E27FC236}">
                <a16:creationId xmlns:a16="http://schemas.microsoft.com/office/drawing/2014/main" id="{F2AA829B-48AF-4ACC-B3DC-99262361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7858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[화면 2]</a:t>
            </a:r>
          </a:p>
        </p:txBody>
      </p:sp>
      <p:sp>
        <p:nvSpPr>
          <p:cNvPr id="19" name="Example 2 issue box">
            <a:extLst xmlns:a="http://schemas.openxmlformats.org/drawingml/2006/main">
              <a:ext uri="{FF2B5EF4-FFF2-40B4-BE49-F238E27FC236}">
                <a16:creationId xmlns:a16="http://schemas.microsoft.com/office/drawing/2014/main" id="{0E020A6B-6482-41FC-9CFC-89D25963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248650"/>
            <a:ext cx="1695450" cy="476250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84C3F"/>
            </a:solidFill>
            <a:prstDash val="solid"/>
          </a:ln>
        </p:spPr>
      </p:sp>
      <p:sp>
        <p:nvSpPr>
          <p:cNvPr id="20" name="Example 2 issue">
            <a:extLst xmlns:a="http://schemas.openxmlformats.org/drawingml/2006/main">
              <a:ext uri="{FF2B5EF4-FFF2-40B4-BE49-F238E27FC236}">
                <a16:creationId xmlns:a16="http://schemas.microsoft.com/office/drawing/2014/main" id="{84C195A1-7106-4F74-942E-AD387588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2867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[영문 버튼]</a:t>
            </a:r>
          </a:p>
        </p:txBody>
      </p:sp>
      <p:sp>
        <p:nvSpPr>
          <p:cNvPr id="21" name="Example 3 card">
            <a:extLst xmlns:a="http://schemas.openxmlformats.org/drawingml/2006/main">
              <a:ext uri="{FF2B5EF4-FFF2-40B4-BE49-F238E27FC236}">
                <a16:creationId xmlns:a16="http://schemas.microsoft.com/office/drawing/2014/main" id="{4443CCCD-AC56-4325-89C6-4E26AF2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2724150" cy="4610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e79abeaef473c"/>
          <a:srcRect xmlns:a="http://schemas.openxmlformats.org/drawingml/2006/main" l="0" t="20744" r="0" b="20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4591050"/>
            <a:ext cx="2381250" cy="30289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23" name="Example 3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10005658-F770-4FD1-92EE-2896EE7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434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xample 3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07D1516D-5358-4708-91CD-062A49C0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25" name="Example 3 label">
            <a:extLst xmlns:a="http://schemas.openxmlformats.org/drawingml/2006/main">
              <a:ext uri="{FF2B5EF4-FFF2-40B4-BE49-F238E27FC236}">
                <a16:creationId xmlns:a16="http://schemas.microsoft.com/office/drawing/2014/main" id="{71A94D19-DF0D-4FDE-B96B-D6E4A194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858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[화면 3]</a:t>
            </a:r>
          </a:p>
        </p:txBody>
      </p:sp>
      <p:sp>
        <p:nvSpPr>
          <p:cNvPr id="26" name="Example 3 issue box">
            <a:extLst xmlns:a="http://schemas.openxmlformats.org/drawingml/2006/main">
              <a:ext uri="{FF2B5EF4-FFF2-40B4-BE49-F238E27FC236}">
                <a16:creationId xmlns:a16="http://schemas.microsoft.com/office/drawing/2014/main" id="{EDFFAEFE-278B-4630-A530-7F979E96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248650"/>
            <a:ext cx="1695450" cy="476250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84C3F"/>
            </a:solidFill>
            <a:prstDash val="solid"/>
          </a:ln>
        </p:spPr>
      </p:sp>
      <p:sp>
        <p:nvSpPr>
          <p:cNvPr id="27" name="Example 3 issue">
            <a:extLst xmlns:a="http://schemas.openxmlformats.org/drawingml/2006/main">
              <a:ext uri="{FF2B5EF4-FFF2-40B4-BE49-F238E27FC236}">
                <a16:creationId xmlns:a16="http://schemas.microsoft.com/office/drawing/2014/main" id="{9D7167DF-2622-4EFB-85E5-BA412A3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286750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[영문 버튼]</a:t>
            </a:r>
          </a:p>
        </p:txBody>
      </p:sp>
      <p:sp>
        <p:nvSpPr>
          <p:cNvPr id="28" name="Conclusion card">
            <a:extLst xmlns:a="http://schemas.openxmlformats.org/drawingml/2006/main">
              <a:ext uri="{FF2B5EF4-FFF2-40B4-BE49-F238E27FC236}">
                <a16:creationId xmlns:a16="http://schemas.microsoft.com/office/drawing/2014/main" id="{883E60AF-91CE-4DC0-B210-05A9E017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90678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clusion">
            <a:extLst xmlns:a="http://schemas.openxmlformats.org/drawingml/2006/main">
              <a:ext uri="{FF2B5EF4-FFF2-40B4-BE49-F238E27FC236}">
                <a16:creationId xmlns:a16="http://schemas.microsoft.com/office/drawing/2014/main" id="{95D7BBFA-DE09-4216-BC3A-9441B9E2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8107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[교체해야 할 용어와 원칙을 입력하세요]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7CC03134-4290-43F0-A573-6FB3C48A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5338266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">
            <a:extLst xmlns:a="http://schemas.openxmlformats.org/drawingml/2006/main">
              <a:ext uri="{FF2B5EF4-FFF2-40B4-BE49-F238E27FC236}">
                <a16:creationId xmlns:a16="http://schemas.microsoft.com/office/drawing/2014/main" id="{974FCC35-00B8-4B8E-9EB8-57B85DA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04B055AC-4A4D-4432-A1EA-C5AF85F5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T07/10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2F829129-B8F0-4DB4-A851-D06E05F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d section-index">
            <a:extLst xmlns:a="http://schemas.openxmlformats.org/drawingml/2006/main">
              <a:ext uri="{FF2B5EF4-FFF2-40B4-BE49-F238E27FC236}">
                <a16:creationId xmlns:a16="http://schemas.microsoft.com/office/drawing/2014/main" id="{23F60263-D27E-4535-8F32-923C143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[BAD 02]</a:t>
            </a:r>
          </a:p>
        </p:txBody>
      </p:sp>
      <p:sp>
        <p:nvSpPr>
          <p:cNvPr id="5" name="Bad section-label">
            <a:extLst xmlns:a="http://schemas.openxmlformats.org/drawingml/2006/main">
              <a:ext uri="{FF2B5EF4-FFF2-40B4-BE49-F238E27FC236}">
                <a16:creationId xmlns:a16="http://schemas.microsoft.com/office/drawing/2014/main" id="{0DD06C80-B890-44D5-8777-2B20653B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[NAVIGATION]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9763E1EC-8741-487D-8795-8751C3D7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[탐색 문제를</a:t>
            </a:r>
          </a:p>
          <a:p xmlns:a="http://schemas.openxmlformats.org/drawingml/2006/main">
            <a:pPr algn="l">
              <a:def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두 줄로 요약]</a:t>
            </a:r>
          </a:p>
        </p:txBody>
      </p:sp>
      <p:sp>
        <p:nvSpPr>
          <p:cNvPr id="7" name="Bullet 1-dot">
            <a:extLst xmlns:a="http://schemas.openxmlformats.org/drawingml/2006/main">
              <a:ext uri="{FF2B5EF4-FFF2-40B4-BE49-F238E27FC236}">
                <a16:creationId xmlns:a16="http://schemas.microsoft.com/office/drawing/2014/main" id="{6C2F0E59-306C-405C-BB8E-540F9B71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 1-text">
            <a:extLst xmlns:a="http://schemas.openxmlformats.org/drawingml/2006/main">
              <a:ext uri="{FF2B5EF4-FFF2-40B4-BE49-F238E27FC236}">
                <a16:creationId xmlns:a16="http://schemas.microsoft.com/office/drawing/2014/main" id="{978643B7-F822-43A5-B6E2-6334D29D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[문제 근거 1]</a:t>
            </a:r>
          </a:p>
        </p:txBody>
      </p:sp>
      <p:sp>
        <p:nvSpPr>
          <p:cNvPr id="9" name="Bullet 2-dot">
            <a:extLst xmlns:a="http://schemas.openxmlformats.org/drawingml/2006/main">
              <a:ext uri="{FF2B5EF4-FFF2-40B4-BE49-F238E27FC236}">
                <a16:creationId xmlns:a16="http://schemas.microsoft.com/office/drawing/2014/main" id="{B21411C5-0178-431F-A3B9-B683CE62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 2-text">
            <a:extLst xmlns:a="http://schemas.openxmlformats.org/drawingml/2006/main">
              <a:ext uri="{FF2B5EF4-FFF2-40B4-BE49-F238E27FC236}">
                <a16:creationId xmlns:a16="http://schemas.microsoft.com/office/drawing/2014/main" id="{295B3947-1A0B-4A86-9E02-A4F8E77B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[문제 근거 2]</a:t>
            </a:r>
          </a:p>
        </p:txBody>
      </p:sp>
      <p:sp>
        <p:nvSpPr>
          <p:cNvPr id="11" name="Bullet 3-dot">
            <a:extLst xmlns:a="http://schemas.openxmlformats.org/drawingml/2006/main">
              <a:ext uri="{FF2B5EF4-FFF2-40B4-BE49-F238E27FC236}">
                <a16:creationId xmlns:a16="http://schemas.microsoft.com/office/drawing/2014/main" id="{EC4B8924-5984-442F-842C-853DDE31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 3-text">
            <a:extLst xmlns:a="http://schemas.openxmlformats.org/drawingml/2006/main">
              <a:ext uri="{FF2B5EF4-FFF2-40B4-BE49-F238E27FC236}">
                <a16:creationId xmlns:a16="http://schemas.microsoft.com/office/drawing/2014/main" id="{E3E94909-EE37-4A84-80BC-12FF5C7B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673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[문제 근거 3]</a:t>
            </a:r>
          </a:p>
        </p:txBody>
      </p:sp>
      <p:sp>
        <p:nvSpPr>
          <p:cNvPr id="13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67A38CA9-D130-4924-8A72-CB90F7F8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669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00bfd7cc241e3"/>
          <a:srcRect xmlns:a="http://schemas.openxmlformats.org/drawingml/2006/main" l="0" t="400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952625"/>
            <a:ext cx="3714750" cy="7429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5" name="Evidence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3015D0EB-4A27-4E5B-8E9A-4F91575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05025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idence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D3BB173B-AA8A-4F6F-A041-AFFFB5C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24075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7" name="Verdict card">
            <a:extLst xmlns:a="http://schemas.openxmlformats.org/drawingml/2006/main">
              <a:ext uri="{FF2B5EF4-FFF2-40B4-BE49-F238E27FC236}">
                <a16:creationId xmlns:a16="http://schemas.microsoft.com/office/drawing/2014/main" id="{14342BD6-0E17-4443-BA2D-4D398EBA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4667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erdict label">
            <a:extLst xmlns:a="http://schemas.openxmlformats.org/drawingml/2006/main">
              <a:ext uri="{FF2B5EF4-FFF2-40B4-BE49-F238E27FC236}">
                <a16:creationId xmlns:a16="http://schemas.microsoft.com/office/drawing/2014/main" id="{62F16A00-D3C6-4CEE-A7A7-EE501A5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15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[판정 라벨]</a:t>
            </a:r>
          </a:p>
        </p:txBody>
      </p:sp>
      <p:sp>
        <p:nvSpPr>
          <p:cNvPr id="19" name="Verdict">
            <a:extLst xmlns:a="http://schemas.openxmlformats.org/drawingml/2006/main">
              <a:ext uri="{FF2B5EF4-FFF2-40B4-BE49-F238E27FC236}">
                <a16:creationId xmlns:a16="http://schemas.microsoft.com/office/drawing/2014/main" id="{937CB120-1DC0-4E47-87F1-14EB2CDD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05800"/>
            <a:ext cx="381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[현재 규모와 미래 규모의</a:t>
            </a:r>
          </a:p>
          <a:p xmlns:a="http://schemas.openxmlformats.org/drawingml/2006/main">
            <a:pPr algn="l">
              <a:def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비용을 비교하세요]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E09D9EED-1EE0-4B2E-98B6-4BDCFC8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20106964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">
            <a:extLst xmlns:a="http://schemas.openxmlformats.org/drawingml/2006/main">
              <a:ext uri="{FF2B5EF4-FFF2-40B4-BE49-F238E27FC236}">
                <a16:creationId xmlns:a16="http://schemas.microsoft.com/office/drawing/2014/main" id="{29E2CB7F-D89C-42F5-9120-F208FB36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0BFBEF8E-A879-4B02-B9CE-53249FD8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T08/10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493E1366-31E2-462F-8E01-22455189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d section-index">
            <a:extLst xmlns:a="http://schemas.openxmlformats.org/drawingml/2006/main">
              <a:ext uri="{FF2B5EF4-FFF2-40B4-BE49-F238E27FC236}">
                <a16:creationId xmlns:a16="http://schemas.microsoft.com/office/drawing/2014/main" id="{FAE4A9A8-5769-4D6E-99E1-CEBE3740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[BAD 03]</a:t>
            </a:r>
          </a:p>
        </p:txBody>
      </p:sp>
      <p:sp>
        <p:nvSpPr>
          <p:cNvPr id="5" name="Bad section-label">
            <a:extLst xmlns:a="http://schemas.openxmlformats.org/drawingml/2006/main">
              <a:ext uri="{FF2B5EF4-FFF2-40B4-BE49-F238E27FC236}">
                <a16:creationId xmlns:a16="http://schemas.microsoft.com/office/drawing/2014/main" id="{CFA96834-D24C-4305-B007-159BE83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57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[SAVE CONFIDENCE]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31807112-2453-495F-A7AD-257328A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[피드백 문제를</a:t>
            </a:r>
          </a:p>
          <a:p xmlns:a="http://schemas.openxmlformats.org/drawingml/2006/main">
            <a:pPr algn="l">
              <a:def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두 줄로 요약]</a:t>
            </a:r>
          </a:p>
        </p:txBody>
      </p:sp>
      <p:sp>
        <p:nvSpPr>
          <p:cNvPr id="7" name="Evidence screenshot-shadow">
            <a:extLst xmlns:a="http://schemas.openxmlformats.org/drawingml/2006/main">
              <a:ext uri="{FF2B5EF4-FFF2-40B4-BE49-F238E27FC236}">
                <a16:creationId xmlns:a16="http://schemas.microsoft.com/office/drawing/2014/main" id="{D8155E50-0E64-42F9-B1C4-B3618F8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3829050" cy="6572250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0b2d0d3564ba6"/>
          <a:srcRect xmlns:a="http://schemas.openxmlformats.org/drawingml/2006/main" l="0" t="10522" r="0" b="10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000500"/>
            <a:ext cx="3829050" cy="6572250"/>
          </a:xfrm>
          <a:prstGeom xmlns:a="http://schemas.openxmlformats.org/drawingml/2006/main" prst="roundRect">
            <a:avLst>
              <a:gd name="adj" fmla="val 3980"/>
            </a:avLst>
          </a:prstGeom>
        </p:spPr>
      </p:pic>
      <p:sp>
        <p:nvSpPr>
          <p:cNvPr id="9" name="Evidence screenshot-replace-bg">
            <a:extLst xmlns:a="http://schemas.openxmlformats.org/drawingml/2006/main">
              <a:ext uri="{FF2B5EF4-FFF2-40B4-BE49-F238E27FC236}">
                <a16:creationId xmlns:a16="http://schemas.microsoft.com/office/drawing/2014/main" id="{301FE897-2885-484B-AAE9-18227CA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 screenshot-replace-text">
            <a:extLst xmlns:a="http://schemas.openxmlformats.org/drawingml/2006/main">
              <a:ext uri="{FF2B5EF4-FFF2-40B4-BE49-F238E27FC236}">
                <a16:creationId xmlns:a16="http://schemas.microsoft.com/office/drawing/2014/main" id="{BF0E2780-669D-48D0-B93D-8576CED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11" name="Behavior card">
            <a:extLst xmlns:a="http://schemas.openxmlformats.org/drawingml/2006/main">
              <a:ext uri="{FF2B5EF4-FFF2-40B4-BE49-F238E27FC236}">
                <a16:creationId xmlns:a16="http://schemas.microsoft.com/office/drawing/2014/main" id="{D9A136E3-9C8A-4361-A752-EC0EA76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48577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2" name="Behavior label">
            <a:extLst xmlns:a="http://schemas.openxmlformats.org/drawingml/2006/main">
              <a:ext uri="{FF2B5EF4-FFF2-40B4-BE49-F238E27FC236}">
                <a16:creationId xmlns:a16="http://schemas.microsoft.com/office/drawing/2014/main" id="{C2DBD38D-57FB-4299-A336-4BEA76D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52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[실제 동작]</a:t>
            </a:r>
          </a:p>
        </p:txBody>
      </p:sp>
      <p:sp>
        <p:nvSpPr>
          <p:cNvPr id="13" name="Behavior">
            <a:extLst xmlns:a="http://schemas.openxmlformats.org/drawingml/2006/main">
              <a:ext uri="{FF2B5EF4-FFF2-40B4-BE49-F238E27FC236}">
                <a16:creationId xmlns:a16="http://schemas.microsoft.com/office/drawing/2014/main" id="{C863C657-9DAA-4EDB-88D2-01DAB6A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8632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[시스템이 실제로</a:t>
            </a:r>
          </a:p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수행하는 동작]</a:t>
            </a:r>
          </a:p>
        </p:txBody>
      </p:sp>
      <p:sp>
        <p:nvSpPr>
          <p:cNvPr id="14" name="Visible card">
            <a:extLst xmlns:a="http://schemas.openxmlformats.org/drawingml/2006/main">
              <a:ext uri="{FF2B5EF4-FFF2-40B4-BE49-F238E27FC236}">
                <a16:creationId xmlns:a16="http://schemas.microsoft.com/office/drawing/2014/main" id="{70614367-C48E-4D55-B62C-8884439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10300"/>
            <a:ext cx="48577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3DD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isible label">
            <a:extLst xmlns:a="http://schemas.openxmlformats.org/drawingml/2006/main">
              <a:ext uri="{FF2B5EF4-FFF2-40B4-BE49-F238E27FC236}">
                <a16:creationId xmlns:a16="http://schemas.microsoft.com/office/drawing/2014/main" id="{BE9D87A6-6773-4836-BBD5-3A775CC3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562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B84C3F"/>
                </a:solidFill>
                <a:latin typeface="Apple SD Gothic Neo"/>
                <a:ea typeface="Apple SD Gothic Neo"/>
                <a:cs typeface="Apple SD Gothic Neo"/>
              </a:rPr>
              <a:t>[사용자가 보는 것]</a:t>
            </a:r>
          </a:p>
        </p:txBody>
      </p:sp>
      <p:sp>
        <p:nvSpPr>
          <p:cNvPr id="16" name="Visible">
            <a:extLst xmlns:a="http://schemas.openxmlformats.org/drawingml/2006/main">
              <a:ext uri="{FF2B5EF4-FFF2-40B4-BE49-F238E27FC236}">
                <a16:creationId xmlns:a16="http://schemas.microsoft.com/office/drawing/2014/main" id="{F28963D1-B579-4EAB-864D-A59CFE4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09612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[피드백 0]</a:t>
            </a:r>
          </a:p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[복구 수단 0]</a:t>
            </a:r>
          </a:p>
        </p:txBody>
      </p:sp>
      <p:sp>
        <p:nvSpPr>
          <p:cNvPr id="17" name="Solution card">
            <a:extLst xmlns:a="http://schemas.openxmlformats.org/drawingml/2006/main">
              <a:ext uri="{FF2B5EF4-FFF2-40B4-BE49-F238E27FC236}">
                <a16:creationId xmlns:a16="http://schemas.microsoft.com/office/drawing/2014/main" id="{B14EC771-7512-4EBB-89F5-0A25F32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420100"/>
            <a:ext cx="485775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lution">
            <a:extLst xmlns:a="http://schemas.openxmlformats.org/drawingml/2006/main">
              <a:ext uri="{FF2B5EF4-FFF2-40B4-BE49-F238E27FC236}">
                <a16:creationId xmlns:a16="http://schemas.microsoft.com/office/drawing/2014/main" id="{958C0C8A-7535-4159-A4A9-1C1E3AA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892492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해법: [짧은 피드백]</a:t>
            </a:r>
          </a:p>
          <a:p xmlns:a="http://schemas.openxmlformats.org/drawingml/2006/main">
            <a:pPr algn="l">
              <a:def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+ [복구 수단]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D8AEFF68-4789-4C3E-AC2D-47043F30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9620563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Header">
            <a:extLst xmlns:a="http://schemas.openxmlformats.org/drawingml/2006/main">
              <a:ext uri="{FF2B5EF4-FFF2-40B4-BE49-F238E27FC236}">
                <a16:creationId xmlns:a16="http://schemas.microsoft.com/office/drawing/2014/main" id="{41FD99A9-F329-494B-B8D5-DACFDE2B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C8DFA990-6531-45EE-9335-2E24DFB3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T09/10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CA74DD28-6CD0-4A22-A704-76E551BC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ix order pill-bg">
            <a:extLst xmlns:a="http://schemas.openxmlformats.org/drawingml/2006/main">
              <a:ext uri="{FF2B5EF4-FFF2-40B4-BE49-F238E27FC236}">
                <a16:creationId xmlns:a16="http://schemas.microsoft.com/office/drawing/2014/main" id="{B5247105-79E6-4EF8-AF83-4E8EB2E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ix order pill-text">
            <a:extLst xmlns:a="http://schemas.openxmlformats.org/drawingml/2006/main">
              <a:ext uri="{FF2B5EF4-FFF2-40B4-BE49-F238E27FC236}">
                <a16:creationId xmlns:a16="http://schemas.microsoft.com/office/drawing/2014/main" id="{70917F49-C623-4E22-8F2B-37E7BEF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[섹션 라벨]</a:t>
            </a:r>
          </a:p>
        </p:txBody>
      </p:sp>
      <p:sp>
        <p:nvSpPr>
          <p:cNvPr id="6" name="Main title">
            <a:extLst xmlns:a="http://schemas.openxmlformats.org/drawingml/2006/main">
              <a:ext uri="{FF2B5EF4-FFF2-40B4-BE49-F238E27FC236}">
                <a16:creationId xmlns:a16="http://schemas.microsoft.com/office/drawing/2014/main" id="{8DF99B9E-6023-48D5-8C86-62AA47E2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[우선순위 제목]</a:t>
            </a:r>
          </a:p>
        </p:txBody>
      </p:sp>
      <p:sp>
        <p:nvSpPr>
          <p:cNvPr id="7" name="Priority 1 card">
            <a:extLst xmlns:a="http://schemas.openxmlformats.org/drawingml/2006/main">
              <a:ext uri="{FF2B5EF4-FFF2-40B4-BE49-F238E27FC236}">
                <a16:creationId xmlns:a16="http://schemas.microsoft.com/office/drawing/2014/main" id="{2FBB80B8-54FA-45A8-A834-EE896BEA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8" name="Priority 1 badge-bg">
            <a:extLst xmlns:a="http://schemas.openxmlformats.org/drawingml/2006/main">
              <a:ext uri="{FF2B5EF4-FFF2-40B4-BE49-F238E27FC236}">
                <a16:creationId xmlns:a16="http://schemas.microsoft.com/office/drawing/2014/main" id="{D67C2A71-BD94-420F-9986-01110DE2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8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ority 1 badge-text">
            <a:extLst xmlns:a="http://schemas.openxmlformats.org/drawingml/2006/main">
              <a:ext uri="{FF2B5EF4-FFF2-40B4-BE49-F238E27FC236}">
                <a16:creationId xmlns:a16="http://schemas.microsoft.com/office/drawing/2014/main" id="{39801E6E-B6DD-47B2-839D-3C5029A7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P0</a:t>
            </a:r>
          </a:p>
        </p:txBody>
      </p:sp>
      <p:sp>
        <p:nvSpPr>
          <p:cNvPr id="10" name="Priority 1 title">
            <a:extLst xmlns:a="http://schemas.openxmlformats.org/drawingml/2006/main">
              <a:ext uri="{FF2B5EF4-FFF2-40B4-BE49-F238E27FC236}">
                <a16:creationId xmlns:a16="http://schemas.microsoft.com/office/drawing/2014/main" id="{8CDADF73-C472-4B73-BF68-BFF7CB60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[가장 시급한 문제]</a:t>
            </a:r>
          </a:p>
        </p:txBody>
      </p:sp>
      <p:sp>
        <p:nvSpPr>
          <p:cNvPr id="11" name="Priority 1 detail">
            <a:extLst xmlns:a="http://schemas.openxmlformats.org/drawingml/2006/main">
              <a:ext uri="{FF2B5EF4-FFF2-40B4-BE49-F238E27FC236}">
                <a16:creationId xmlns:a16="http://schemas.microsoft.com/office/drawing/2014/main" id="{0BC382B8-BA7E-4135-932F-982D0B4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[작고 명확한 수정 범위]</a:t>
            </a:r>
          </a:p>
        </p:txBody>
      </p:sp>
      <p:sp>
        <p:nvSpPr>
          <p:cNvPr id="12" name="Priority 2 card">
            <a:extLst xmlns:a="http://schemas.openxmlformats.org/drawingml/2006/main">
              <a:ext uri="{FF2B5EF4-FFF2-40B4-BE49-F238E27FC236}">
                <a16:creationId xmlns:a16="http://schemas.microsoft.com/office/drawing/2014/main" id="{4AD74F53-4909-4C1A-8D15-3363CF50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3" name="Priority 2 badge-bg">
            <a:extLst xmlns:a="http://schemas.openxmlformats.org/drawingml/2006/main">
              <a:ext uri="{FF2B5EF4-FFF2-40B4-BE49-F238E27FC236}">
                <a16:creationId xmlns:a16="http://schemas.microsoft.com/office/drawing/2014/main" id="{774AE5F4-2394-4FD4-A821-E949A6E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62625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ority 2 badge-text">
            <a:extLst xmlns:a="http://schemas.openxmlformats.org/drawingml/2006/main">
              <a:ext uri="{FF2B5EF4-FFF2-40B4-BE49-F238E27FC236}">
                <a16:creationId xmlns:a16="http://schemas.microsoft.com/office/drawing/2014/main" id="{9F2B7FDB-336E-4D6F-A19F-9DE0FEF2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5" name="Priority 2 title">
            <a:extLst xmlns:a="http://schemas.openxmlformats.org/drawingml/2006/main">
              <a:ext uri="{FF2B5EF4-FFF2-40B4-BE49-F238E27FC236}">
                <a16:creationId xmlns:a16="http://schemas.microsoft.com/office/drawing/2014/main" id="{C1973C22-FAF8-406C-B513-5044F22E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[중요한 문제 1]</a:t>
            </a:r>
          </a:p>
        </p:txBody>
      </p:sp>
      <p:sp>
        <p:nvSpPr>
          <p:cNvPr id="16" name="Priority 2 detail">
            <a:extLst xmlns:a="http://schemas.openxmlformats.org/drawingml/2006/main">
              <a:ext uri="{FF2B5EF4-FFF2-40B4-BE49-F238E27FC236}">
                <a16:creationId xmlns:a16="http://schemas.microsoft.com/office/drawing/2014/main" id="{C3C17328-59A6-4F62-9843-60DD32B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817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[사용자 흐름을 개선할 수정]</a:t>
            </a:r>
          </a:p>
        </p:txBody>
      </p:sp>
      <p:sp>
        <p:nvSpPr>
          <p:cNvPr id="17" name="Priority 3 card">
            <a:extLst xmlns:a="http://schemas.openxmlformats.org/drawingml/2006/main">
              <a:ext uri="{FF2B5EF4-FFF2-40B4-BE49-F238E27FC236}">
                <a16:creationId xmlns:a16="http://schemas.microsoft.com/office/drawing/2014/main" id="{9B024FEA-6ED9-4865-85CA-9E1499C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0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18" name="Priority 3 badge-bg">
            <a:extLst xmlns:a="http://schemas.openxmlformats.org/drawingml/2006/main">
              <a:ext uri="{FF2B5EF4-FFF2-40B4-BE49-F238E27FC236}">
                <a16:creationId xmlns:a16="http://schemas.microsoft.com/office/drawing/2014/main" id="{2251E479-8737-4E02-AE7E-E56D0D8B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15250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2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iority 3 badge-text">
            <a:extLst xmlns:a="http://schemas.openxmlformats.org/drawingml/2006/main">
              <a:ext uri="{FF2B5EF4-FFF2-40B4-BE49-F238E27FC236}">
                <a16:creationId xmlns:a16="http://schemas.microsoft.com/office/drawing/2014/main" id="{A75A39E7-0963-4B3A-8197-7577BFA4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343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20" name="Priority 3 title">
            <a:extLst xmlns:a="http://schemas.openxmlformats.org/drawingml/2006/main">
              <a:ext uri="{FF2B5EF4-FFF2-40B4-BE49-F238E27FC236}">
                <a16:creationId xmlns:a16="http://schemas.microsoft.com/office/drawing/2014/main" id="{06432782-E9AA-41F2-B52E-6885A9FC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5723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[중요한 문제 2]</a:t>
            </a:r>
          </a:p>
        </p:txBody>
      </p:sp>
      <p:sp>
        <p:nvSpPr>
          <p:cNvPr id="21" name="Priority 3 detail">
            <a:extLst xmlns:a="http://schemas.openxmlformats.org/drawingml/2006/main">
              <a:ext uri="{FF2B5EF4-FFF2-40B4-BE49-F238E27FC236}">
                <a16:creationId xmlns:a16="http://schemas.microsoft.com/office/drawing/2014/main" id="{F8B67C55-61AC-4AF8-B4A7-766B478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1343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[피드백과 복구 수단]</a:t>
            </a:r>
          </a:p>
        </p:txBody>
      </p:sp>
      <p:sp>
        <p:nvSpPr>
          <p:cNvPr id="22" name="Priority 4 card">
            <a:extLst xmlns:a="http://schemas.openxmlformats.org/drawingml/2006/main">
              <a:ext uri="{FF2B5EF4-FFF2-40B4-BE49-F238E27FC236}">
                <a16:creationId xmlns:a16="http://schemas.microsoft.com/office/drawing/2014/main" id="{AA0AB7CD-34DB-4389-8866-BF61980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91625"/>
            <a:ext cx="90678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8CF"/>
            </a:solidFill>
            <a:prstDash val="solid"/>
          </a:ln>
        </p:spPr>
      </p:sp>
      <p:sp>
        <p:nvSpPr>
          <p:cNvPr id="23" name="Priority 4 badge-bg">
            <a:extLst xmlns:a="http://schemas.openxmlformats.org/drawingml/2006/main">
              <a:ext uri="{FF2B5EF4-FFF2-40B4-BE49-F238E27FC236}">
                <a16:creationId xmlns:a16="http://schemas.microsoft.com/office/drawing/2014/main" id="{6F017C07-9691-48E2-A09C-5027976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67875"/>
            <a:ext cx="8763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6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iority 4 badge-text">
            <a:extLst xmlns:a="http://schemas.openxmlformats.org/drawingml/2006/main">
              <a:ext uri="{FF2B5EF4-FFF2-40B4-BE49-F238E27FC236}">
                <a16:creationId xmlns:a16="http://schemas.microsoft.com/office/drawing/2014/main" id="{065C480D-2117-4755-9B9A-5081516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6869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5" name="Priority 4 title">
            <a:extLst xmlns:a="http://schemas.openxmlformats.org/drawingml/2006/main">
              <a:ext uri="{FF2B5EF4-FFF2-40B4-BE49-F238E27FC236}">
                <a16:creationId xmlns:a16="http://schemas.microsoft.com/office/drawing/2014/main" id="{3B3B1BA1-71A0-4C1A-8599-BF350A9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525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[후속 개선]</a:t>
            </a:r>
          </a:p>
        </p:txBody>
      </p:sp>
      <p:sp>
        <p:nvSpPr>
          <p:cNvPr id="26" name="Priority 4 detail">
            <a:extLst xmlns:a="http://schemas.openxmlformats.org/drawingml/2006/main">
              <a:ext uri="{FF2B5EF4-FFF2-40B4-BE49-F238E27FC236}">
                <a16:creationId xmlns:a16="http://schemas.microsoft.com/office/drawing/2014/main" id="{56B62460-9878-4FDB-9818-1C742E2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0869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[다음 반복에서 다룰 범위]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452B84ED-9891-4CCA-9F28-78C2B832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PRAYLIST · HONEST BUILD LOG</a:t>
            </a:r>
          </a:p>
        </p:txBody>
      </p:sp>
    </p:spTree>
    <p:extLst>
      <p:ext uri="{BB962C8B-B14F-4D97-AF65-F5344CB8AC3E}">
        <p14:creationId xmlns:p14="http://schemas.microsoft.com/office/powerpoint/2010/main" val="4317626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">
            <a:extLst xmlns:a="http://schemas.openxmlformats.org/drawingml/2006/main">
              <a:ext uri="{FF2B5EF4-FFF2-40B4-BE49-F238E27FC236}">
                <a16:creationId xmlns:a16="http://schemas.microsoft.com/office/drawing/2014/main" id="{40C77ED7-A042-40A4-AA2D-56E7FFC3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PRAYLIST FEED TEMPLATE</a:t>
            </a:r>
          </a:p>
        </p:txBody>
      </p:sp>
      <p:sp>
        <p:nvSpPr>
          <p:cNvPr id="2" name="Page number">
            <a:extLst xmlns:a="http://schemas.openxmlformats.org/drawingml/2006/main">
              <a:ext uri="{FF2B5EF4-FFF2-40B4-BE49-F238E27FC236}">
                <a16:creationId xmlns:a16="http://schemas.microsoft.com/office/drawing/2014/main" id="{6677EE1A-10E1-4376-AEBF-C28849B1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T10/10</a:t>
            </a:r>
          </a:p>
        </p:txBody>
      </p:sp>
      <p:sp>
        <p:nvSpPr>
          <p:cNvPr id="3" name="Header rule">
            <a:extLst xmlns:a="http://schemas.openxmlformats.org/drawingml/2006/main">
              <a:ext uri="{FF2B5EF4-FFF2-40B4-BE49-F238E27FC236}">
                <a16:creationId xmlns:a16="http://schemas.microsoft.com/office/drawing/2014/main" id="{13CD5614-E85B-4A04-87F1-F536F743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C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7529afa724f18"/>
          <a:stretch xmlns:a="http://schemas.openxmlformats.org/drawingml/2006/main"/>
        </p:blipFill>
        <p:spPr>
          <a:xfrm xmlns:a="http://schemas.openxmlformats.org/drawingml/2006/main">
            <a:off x="609600" y="1352550"/>
            <a:ext cx="1104900" cy="110490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sp>
        <p:nvSpPr>
          <p:cNvPr id="5" name="App icon-replace-bg">
            <a:extLst xmlns:a="http://schemas.openxmlformats.org/drawingml/2006/main">
              <a:ext uri="{FF2B5EF4-FFF2-40B4-BE49-F238E27FC236}">
                <a16:creationId xmlns:a16="http://schemas.microsoft.com/office/drawing/2014/main" id="{52ED296B-36D4-4403-A784-0E534ED6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1049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 icon-replace-text">
            <a:extLst xmlns:a="http://schemas.openxmlformats.org/drawingml/2006/main">
              <a:ext uri="{FF2B5EF4-FFF2-40B4-BE49-F238E27FC236}">
                <a16:creationId xmlns:a16="http://schemas.microsoft.com/office/drawing/2014/main" id="{410B38BF-049D-493D-959E-8BD155ED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이미지 교체</a:t>
            </a:r>
          </a:p>
        </p:txBody>
      </p:sp>
      <p:sp>
        <p:nvSpPr>
          <p:cNvPr id="7" name="Product name">
            <a:extLst xmlns:a="http://schemas.openxmlformats.org/drawingml/2006/main">
              <a:ext uri="{FF2B5EF4-FFF2-40B4-BE49-F238E27FC236}">
                <a16:creationId xmlns:a16="http://schemas.microsoft.com/office/drawing/2014/main" id="{C842A183-FB82-4A9C-B771-FE8053C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66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[제품명]</a:t>
            </a:r>
          </a:p>
        </p:txBody>
      </p:sp>
      <p:sp>
        <p:nvSpPr>
          <p:cNvPr id="8" name="Series meta">
            <a:extLst xmlns:a="http://schemas.openxmlformats.org/drawingml/2006/main">
              <a:ext uri="{FF2B5EF4-FFF2-40B4-BE49-F238E27FC236}">
                <a16:creationId xmlns:a16="http://schemas.microsoft.com/office/drawing/2014/main" id="{970CBE33-E61F-41DD-A982-90F42CF6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[콘텐츠 유형 · 날짜]</a:t>
            </a:r>
          </a:p>
        </p:txBody>
      </p:sp>
      <p:sp>
        <p:nvSpPr>
          <p:cNvPr id="9" name="Closing title dark">
            <a:extLst xmlns:a="http://schemas.openxmlformats.org/drawingml/2006/main">
              <a:ext uri="{FF2B5EF4-FFF2-40B4-BE49-F238E27FC236}">
                <a16:creationId xmlns:a16="http://schemas.microsoft.com/office/drawing/2014/main" id="{C050C7DE-06B0-40A9-B8CC-77A2920F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[현재까지의</a:t>
            </a:r>
          </a:p>
          <a:p xmlns:a="http://schemas.openxmlformats.org/drawingml/2006/main">
            <a:pPr algn="l">
              <a:def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253D32"/>
                </a:solidFill>
                <a:latin typeface="Apple SD Gothic Neo"/>
                <a:ea typeface="Apple SD Gothic Neo"/>
                <a:cs typeface="Apple SD Gothic Neo"/>
              </a:rPr>
              <a:t>성과를 입력하세요]</a:t>
            </a:r>
          </a:p>
        </p:txBody>
      </p:sp>
      <p:sp>
        <p:nvSpPr>
          <p:cNvPr id="10" name="Closing title green">
            <a:extLst xmlns:a="http://schemas.openxmlformats.org/drawingml/2006/main">
              <a:ext uri="{FF2B5EF4-FFF2-40B4-BE49-F238E27FC236}">
                <a16:creationId xmlns:a16="http://schemas.microsoft.com/office/drawing/2014/main" id="{CDBC5FAA-116F-4B01-A94E-09F87DB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[다음 목표를</a:t>
            </a:r>
          </a:p>
          <a:p xmlns:a="http://schemas.openxmlformats.org/drawingml/2006/main">
            <a:pPr algn="l">
              <a:def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025" b="1" i="0">
                <a:solidFill>
                  <a:srgbClr val="426B55"/>
                </a:solidFill>
                <a:latin typeface="Apple SD Gothic Neo"/>
                <a:ea typeface="Apple SD Gothic Neo"/>
                <a:cs typeface="Apple SD Gothic Neo"/>
              </a:rPr>
              <a:t>입력하세요]</a:t>
            </a:r>
          </a:p>
        </p:txBody>
      </p:sp>
      <p:sp>
        <p:nvSpPr>
          <p:cNvPr id="11" name="CTA card">
            <a:extLst xmlns:a="http://schemas.openxmlformats.org/drawingml/2006/main">
              <a:ext uri="{FF2B5EF4-FFF2-40B4-BE49-F238E27FC236}">
                <a16:creationId xmlns:a16="http://schemas.microsoft.com/office/drawing/2014/main" id="{D5E35F94-D84C-4B7E-9580-07EA8B9D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90678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253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TA question">
            <a:extLst xmlns:a="http://schemas.openxmlformats.org/drawingml/2006/main">
              <a:ext uri="{FF2B5EF4-FFF2-40B4-BE49-F238E27FC236}">
                <a16:creationId xmlns:a16="http://schemas.microsoft.com/office/drawing/2014/main" id="{C430FB98-437D-4103-BF16-447C4405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343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[독자에게 던질 질문]</a:t>
            </a:r>
          </a:p>
        </p:txBody>
      </p:sp>
      <p:sp>
        <p:nvSpPr>
          <p:cNvPr id="13" name="CTA options">
            <a:extLst xmlns:a="http://schemas.openxmlformats.org/drawingml/2006/main">
              <a:ext uri="{FF2B5EF4-FFF2-40B4-BE49-F238E27FC236}">
                <a16:creationId xmlns:a16="http://schemas.microsoft.com/office/drawing/2014/main" id="{EA695B79-4C69-478D-9C5A-46F0034D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059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DCE8DF"/>
                </a:solidFill>
                <a:latin typeface="Apple SD Gothic Neo"/>
                <a:ea typeface="Apple SD Gothic Neo"/>
                <a:cs typeface="Apple SD Gothic Neo"/>
              </a:rPr>
              <a:t>[선택지 1 · 선택지 2 · 선택지 3]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DF5DA8E9-C7FA-4CB1-A15E-EA7F8CD0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0"/>
            <a:ext cx="906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6D766E"/>
                </a:solidFill>
                <a:latin typeface="Apple SD Gothic Neo"/>
                <a:ea typeface="Apple SD Gothic Neo"/>
                <a:cs typeface="Apple SD Gothic Neo"/>
              </a:rPr>
              <a:t>[브랜드 · 시리즈명]</a:t>
            </a:r>
          </a:p>
        </p:txBody>
      </p:sp>
    </p:spTree>
    <p:extLst>
      <p:ext uri="{BB962C8B-B14F-4D97-AF65-F5344CB8AC3E}">
        <p14:creationId xmlns:p14="http://schemas.microsoft.com/office/powerpoint/2010/main" val="1508754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2026-09-18T11:53:01.3810000Z</dcterms:created>
  <dcterms:modified xsi:type="dcterms:W3CDTF">2026-09-18T11:53:01.3810000Z</dcterms:modified>
</coreProperties>
</file>